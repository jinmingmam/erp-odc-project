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27D1D-0268-D71C-7723-F0CCDCBDE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209B9D-E9D4-0CC2-67A9-B53E4DDB0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0C408-E282-BA48-25AD-3CA5800A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191BB9-151D-56A0-D4A2-16E1D0F7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933EC-7C99-BF71-C0EC-BB0B8CED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9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80152-FC34-61FD-DCD8-B0057417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9C38FA-F975-F22F-992C-9928EF046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46579-7F20-CFAA-1F08-FA5B99B7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4DBC8-0597-78BF-659D-45088F23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9707A-0E52-3356-4667-D7C8842C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43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D8015-46C8-CDFA-29AA-BAA5A352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4EDFD-88F9-A98E-169E-69C870CD3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51AD8-86A4-77D0-AE0C-6526DE0B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96A30-2ABE-65B3-D84D-A1FDA057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06841-6C7D-14B9-A59B-F34366B3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56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E0665-6A4C-B16B-F628-2D4030CC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59B34-4F55-2578-BC03-B5D586CB3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0DCDEE-26BA-AB10-65BA-4A223F1B1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C2754C-5E5F-7A9E-85B7-9E5B4D41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9D1981-B97B-6729-100B-174E1568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0F16B-56F5-242A-C30D-3CD64C28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6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34B01-A239-7D77-A033-D3CC561B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FA2F0C-214E-59F3-B3DC-02058D53E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778D6E-CA64-9B04-9857-D389464C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64525B-4046-13A4-C005-1C31DA46D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470166-FDB1-E4D4-97CD-E566914B0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1AEBB9-8E0B-6398-80F7-14CB88F9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9386A4-CEF0-9846-9F94-17A9AB02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4F92DB-73FE-E5B9-BB92-FC52D9A9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2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F5C16-83CF-3625-629F-DD39257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DF357-50CB-3441-0946-2571528D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3035D4-CD90-6217-5B32-83D43470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8908DE-E637-D889-63FF-C271A5C4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98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2BA191-0665-1E89-CCA0-BFE6FB87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B03C64-7AF3-653E-2935-7DD7625D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2AE28-3425-3D9A-80F5-9E94F00D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643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3641C-E040-1DBC-9316-DDF2B968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4667C-FA68-95DC-8257-1B431EC2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0F19B9-8974-E624-C352-4D214037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FBC5B8-B8BA-8AB6-7BEF-0762C3D7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D0FA1A-FA9C-D1D6-2DA5-F78BFE38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3E7B1D-0F67-EC9B-4D7B-2915A313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5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0B4E1F-3700-6179-EE26-B8856C604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08C078-0596-396C-7335-DB63440AC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10FFFA-DBD0-1860-29BD-8708F02C1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EA2A39-CA48-EA16-2249-7AF13EC8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16AB7-7EC0-976A-ABB6-EF6157D2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7C56E3-5C9B-0C70-9E81-CB42C4DC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2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E3D8F-480F-9DB8-330C-EE06569B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6F3E3F-0E0D-E667-02E6-64DBDF534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568E54-1C48-4CBF-83EF-3EB88D37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13377-41FE-6FE9-7A31-6B089D8C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A5B6D-15D6-C34E-214D-164E2872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42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118FB9-E4A7-3F99-AC09-27E9E72C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EE03BE-2DDA-98B0-255D-DFB1230DD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58FA80-7213-43D1-D219-9EB7C7CC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344E27-A5D8-A0BD-AFE0-63D7A043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DFB415-2A85-2D81-1182-555655CC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42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AD9A72-C549-AB92-3422-F568F25D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4E886-2313-8B00-DC09-5D96ED15C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D397A-9994-8C57-66D3-5F06176EF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C5C56-790A-417F-844C-0739E4AF6FB6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40E859-9564-3451-B371-2B8BB327B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A06B4-1C00-91EB-D300-CEFD67DBC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E5798-5427-49D4-A040-99FFE16CE2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4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6D58B5-F56E-9A4E-CDAD-87EB2514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88" y="308153"/>
            <a:ext cx="9548687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1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D2C36-01BC-1F96-6A13-F5718D0E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F36E39-D31A-87F0-E13F-02CAB92E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EE8DB5-703C-0D2B-D24B-06682E5AC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1606266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2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FF6DD-6245-9C7B-8F51-10B411B6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47834" cy="1325563"/>
          </a:xfrm>
        </p:spPr>
        <p:txBody>
          <a:bodyPr/>
          <a:lstStyle/>
          <a:p>
            <a:r>
              <a:rPr lang="en-US" altLang="ko-KR" dirty="0"/>
              <a:t>Copy and change your name(</a:t>
            </a:r>
            <a:r>
              <a:rPr lang="en-US" altLang="ko-KR" dirty="0" err="1"/>
              <a:t>dedy,yusuf</a:t>
            </a:r>
            <a:r>
              <a:rPr lang="en-US" altLang="ko-KR" dirty="0"/>
              <a:t> ….)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55E0AD-9B2C-54EB-72B7-DC54280E7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dirty="0"/>
              <a:t>--</a:t>
            </a:r>
            <a:r>
              <a:rPr lang="ko-KR" altLang="en-US" dirty="0"/>
              <a:t>작업내역</a:t>
            </a:r>
            <a:r>
              <a:rPr lang="en-US" altLang="ko-KR" dirty="0"/>
              <a:t>--</a:t>
            </a:r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요청자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yourname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소속 부서</a:t>
            </a:r>
            <a:r>
              <a:rPr lang="en-US" altLang="ko-KR" dirty="0"/>
              <a:t>(</a:t>
            </a:r>
            <a:r>
              <a:rPr lang="ko-KR" altLang="en-US" dirty="0"/>
              <a:t>회사</a:t>
            </a:r>
            <a:r>
              <a:rPr lang="en-US" altLang="ko-KR" dirty="0"/>
              <a:t>) : </a:t>
            </a:r>
            <a:r>
              <a:rPr lang="ko-KR" altLang="en-US" dirty="0" err="1"/>
              <a:t>아시아클라우드사업팀</a:t>
            </a: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작업 목적 </a:t>
            </a:r>
            <a:r>
              <a:rPr lang="en-US" altLang="ko-KR" dirty="0"/>
              <a:t>: ACE </a:t>
            </a:r>
            <a:r>
              <a:rPr lang="ko-KR" altLang="en-US" dirty="0"/>
              <a:t>고객사 </a:t>
            </a:r>
            <a:r>
              <a:rPr lang="ko-KR" altLang="en-US" dirty="0" err="1"/>
              <a:t>파크시스템스</a:t>
            </a:r>
            <a:r>
              <a:rPr lang="ko-KR" altLang="en-US" dirty="0"/>
              <a:t> 추가 개발 </a:t>
            </a:r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작업 상세 내역기술 </a:t>
            </a:r>
            <a:r>
              <a:rPr lang="en-US" altLang="ko-KR" dirty="0"/>
              <a:t>: ERP </a:t>
            </a:r>
            <a:r>
              <a:rPr lang="ko-KR" altLang="en-US" dirty="0"/>
              <a:t>개발 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--</a:t>
            </a:r>
            <a:r>
              <a:rPr lang="ko-KR" altLang="en-US" dirty="0"/>
              <a:t>주의사항</a:t>
            </a:r>
            <a:r>
              <a:rPr lang="en-US" altLang="ko-KR" dirty="0"/>
              <a:t>--</a:t>
            </a:r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접속기한 </a:t>
            </a:r>
            <a:r>
              <a:rPr lang="en-US" altLang="ko-KR" dirty="0"/>
              <a:t>: </a:t>
            </a:r>
            <a:r>
              <a:rPr lang="ko-KR" altLang="en-US" dirty="0"/>
              <a:t>개발</a:t>
            </a:r>
            <a:r>
              <a:rPr lang="en-US" altLang="ko-KR" dirty="0"/>
              <a:t>DB </a:t>
            </a:r>
            <a:r>
              <a:rPr lang="ko-KR" altLang="en-US" dirty="0"/>
              <a:t>최대 접속기한이 </a:t>
            </a:r>
            <a:r>
              <a:rPr lang="en-US" altLang="ko-KR" dirty="0"/>
              <a:t>365</a:t>
            </a:r>
            <a:r>
              <a:rPr lang="ko-KR" altLang="en-US" dirty="0"/>
              <a:t>일 입니다</a:t>
            </a:r>
            <a:r>
              <a:rPr lang="en-US" altLang="ko-KR" dirty="0"/>
              <a:t>. </a:t>
            </a:r>
            <a:r>
              <a:rPr lang="ko-KR" altLang="en-US" dirty="0"/>
              <a:t>기간설정을 </a:t>
            </a:r>
            <a:r>
              <a:rPr lang="en-US" altLang="ko-KR" dirty="0"/>
              <a:t>365</a:t>
            </a:r>
            <a:r>
              <a:rPr lang="ko-KR" altLang="en-US" dirty="0"/>
              <a:t>일 이내로 설정하여 주시기 바랍니다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결재라인 </a:t>
            </a:r>
            <a:r>
              <a:rPr lang="en-US" altLang="ko-KR" dirty="0"/>
              <a:t>: </a:t>
            </a:r>
            <a:r>
              <a:rPr lang="ko-KR" altLang="en-US" dirty="0"/>
              <a:t>결재자를 아래 순서대로 설정하여 주시기 바랍니다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            (</a:t>
            </a:r>
            <a:r>
              <a:rPr lang="ko-KR" altLang="en-US" dirty="0"/>
              <a:t>사용자 </a:t>
            </a:r>
            <a:r>
              <a:rPr lang="en-US" altLang="ko-KR" dirty="0"/>
              <a:t>-&gt; </a:t>
            </a:r>
            <a:r>
              <a:rPr lang="ko-KR" altLang="en-US" dirty="0"/>
              <a:t>박성호님 </a:t>
            </a:r>
            <a:r>
              <a:rPr lang="en-US" altLang="ko-KR" dirty="0"/>
              <a:t>-&gt; </a:t>
            </a:r>
            <a:r>
              <a:rPr lang="ko-KR" altLang="en-US" dirty="0" err="1"/>
              <a:t>이두영님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작업내역을 상세히 작성을 하여 주시기 바랍니다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위의 주의사항 위반시 결재가 반려될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BA780-7250-EE50-DAA2-258B9935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Valid day </a:t>
            </a:r>
            <a:r>
              <a:rPr lang="en-US" altLang="ko-KR" dirty="0"/>
              <a:t>change to be -&gt;365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31BBCB9-6446-5114-BEAF-BCE19440D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826" y="1815897"/>
            <a:ext cx="10432902" cy="4451434"/>
          </a:xfrm>
        </p:spPr>
      </p:pic>
    </p:spTree>
    <p:extLst>
      <p:ext uri="{BB962C8B-B14F-4D97-AF65-F5344CB8AC3E}">
        <p14:creationId xmlns:p14="http://schemas.microsoft.com/office/powerpoint/2010/main" val="402410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93601D3-B482-F2A7-3346-5DAF6BA02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34961"/>
            <a:ext cx="9078798" cy="4351338"/>
          </a:xfrm>
        </p:spPr>
      </p:pic>
    </p:spTree>
    <p:extLst>
      <p:ext uri="{BB962C8B-B14F-4D97-AF65-F5344CB8AC3E}">
        <p14:creationId xmlns:p14="http://schemas.microsoft.com/office/powerpoint/2010/main" val="421285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26DB87E-D390-6900-9790-127881036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6"/>
            <a:ext cx="10572345" cy="4351338"/>
          </a:xfrm>
        </p:spPr>
      </p:pic>
    </p:spTree>
    <p:extLst>
      <p:ext uri="{BB962C8B-B14F-4D97-AF65-F5344CB8AC3E}">
        <p14:creationId xmlns:p14="http://schemas.microsoft.com/office/powerpoint/2010/main" val="259500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AC5ECD1-E38A-DF5D-9C09-168C152FC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804220"/>
            <a:ext cx="10679350" cy="5323106"/>
          </a:xfrm>
        </p:spPr>
      </p:pic>
    </p:spTree>
    <p:extLst>
      <p:ext uri="{BB962C8B-B14F-4D97-AF65-F5344CB8AC3E}">
        <p14:creationId xmlns:p14="http://schemas.microsoft.com/office/powerpoint/2010/main" val="37475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B08A7-0EFD-2C47-AE2A-FC664AC0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Copy name to search (</a:t>
            </a:r>
            <a:r>
              <a:rPr lang="ko-KR" altLang="en-US" dirty="0"/>
              <a:t>박 성호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27FDD-F853-DC0A-59C2-643DB1CA4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385B15-C1E4-C8A4-735A-6B974416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786353" cy="49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5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F2EA58E-42AC-3D83-F869-3104CDEFC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566" y="1358697"/>
            <a:ext cx="9877230" cy="5295022"/>
          </a:xfrm>
        </p:spPr>
      </p:pic>
    </p:spTree>
    <p:extLst>
      <p:ext uri="{BB962C8B-B14F-4D97-AF65-F5344CB8AC3E}">
        <p14:creationId xmlns:p14="http://schemas.microsoft.com/office/powerpoint/2010/main" val="187826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</Words>
  <Application>Microsoft Office PowerPoint</Application>
  <PresentationFormat>와이드스크린</PresentationFormat>
  <Paragraphs>18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Copy and change your name(dedy,yusuf ….)</vt:lpstr>
      <vt:lpstr>Valid day change to be -&gt;365</vt:lpstr>
      <vt:lpstr>PowerPoint 프레젠테이션</vt:lpstr>
      <vt:lpstr>PowerPoint 프레젠테이션</vt:lpstr>
      <vt:lpstr>PowerPoint 프레젠테이션</vt:lpstr>
      <vt:lpstr>Copy name to search (박 성호)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명남</dc:creator>
  <cp:lastModifiedBy>김 명남</cp:lastModifiedBy>
  <cp:revision>3</cp:revision>
  <dcterms:created xsi:type="dcterms:W3CDTF">2023-08-29T06:00:46Z</dcterms:created>
  <dcterms:modified xsi:type="dcterms:W3CDTF">2023-08-29T06:08:16Z</dcterms:modified>
</cp:coreProperties>
</file>