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5EE0E-32E1-C757-956C-6239D24EC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0C3C38-02E3-96BB-83BE-8466119F37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4FFA6B-D94D-E37C-18B2-0B84A90A9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F9A7-43B0-4E9F-897D-50368FFDC540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D34619-7BF6-6DA2-E548-5D93E75E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101B1B-ABF7-C509-8FF8-8F16A8EF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B206-7EA8-413C-B6C5-8354283AE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4178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4A0CEB-6987-3302-67D1-F8EF2C48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2D433F-9B1E-FDC6-426C-1A7F3F05A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670088-D9B9-C79C-88F8-E4418A69C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F9A7-43B0-4E9F-897D-50368FFDC540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546B52-586E-DA2E-556F-56BB61B48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C7F4DD-FAF7-E2D8-8ADD-8C6623EB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B206-7EA8-413C-B6C5-8354283AE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153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A2DEA-2AF3-0B68-294A-E48746FBC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14D8E6-A849-F999-592B-882136439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0630C4-A996-166A-3C9B-DFB0C9A5B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F9A7-43B0-4E9F-897D-50368FFDC540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008AB0-3834-BAF7-7560-6804CDC17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578549-9C96-1C74-8E62-C7EF645ED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B206-7EA8-413C-B6C5-8354283AE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518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D2AD2-AA03-E23A-B1EA-DFE385F12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05815F-68E2-284C-2FF1-AB26257934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727F8E-29D9-E6A5-1BD1-EF191D9C6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9CABF0-3783-7D36-4766-7A89039CF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F9A7-43B0-4E9F-897D-50368FFDC540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236D34-FD8D-A873-43BB-DC0AD0AF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302A53-A815-E658-7491-E4B76969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B206-7EA8-413C-B6C5-8354283AE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104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2B96-18CD-5AA4-E944-18A77D1AA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D646C9-49BC-EBFE-2F49-DD6FF998B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2C9987B-5D4F-B309-A46B-A0216479E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C2256E-BF07-75D0-4534-5C3A787F6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9C61004-ABB4-BA86-65C6-14646DEEDC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97A4352-E062-584B-E41B-6B6D68596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F9A7-43B0-4E9F-897D-50368FFDC540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2DBD6F-AF00-4691-E243-647F2A144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2DD1A39-BE20-56C2-02C3-2828C2043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B206-7EA8-413C-B6C5-8354283AE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342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CC0AD-C1B4-6CEC-0DE8-5E985B433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4981185-6312-EBBE-7610-4A9056F2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F9A7-43B0-4E9F-897D-50368FFDC540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D5C1FB-8ED6-9534-69AE-8D29825BD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FD6207C-7400-5D61-47AE-6B31CC0F4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B206-7EA8-413C-B6C5-8354283AE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7508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A2171A-2333-A478-5374-0716ECD18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F9A7-43B0-4E9F-897D-50368FFDC540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88B2DB3-9B0E-75D4-E4E5-3D09ED2E5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FEF8F7-BBD2-8B02-F0C6-BBEEA175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B206-7EA8-413C-B6C5-8354283AE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685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2965AD-C8DB-9878-5C4D-67469CBB6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D3C4D2-56C1-29A1-DBE3-FECCA3D51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F38504-0658-8A6E-B830-98480264C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BDB231-1D8E-F824-EA08-472ADCF83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F9A7-43B0-4E9F-897D-50368FFDC540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769E3C-51EF-16EE-11C9-859A00682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AA645B-BFDD-7AA3-9DC1-DE7617FDF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B206-7EA8-413C-B6C5-8354283AE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75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D28B4-3E85-70B9-A311-A56388287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06491A1-6235-EE3E-A3B1-596C650935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18074A-FF0F-FDDC-3886-318FCB978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9F7831-FDC7-A8A1-D2C6-F80F25E6D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F9A7-43B0-4E9F-897D-50368FFDC540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3D8CFA-AD3B-4561-CB0C-69CA538C8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DA173A-3B03-8E69-41DE-C2705B5E8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B206-7EA8-413C-B6C5-8354283AE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446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B470E-5583-3E6E-482D-6A520C0AA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B630BF-7700-5256-8583-003B7028D7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4D4156-1923-05EB-FB3E-0AD7F7C86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F9A7-43B0-4E9F-897D-50368FFDC540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DD01BF-A536-3703-DDAF-B74026AE1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AA457C-C588-C2D4-F9F8-5894CE9E1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B206-7EA8-413C-B6C5-8354283AE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357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00E11BA-29A1-E1B8-1353-824D49C0F9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FB1B03-4A04-B6A0-FA77-CA9097208C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DBEBF5-3352-ECE4-70A9-64E536FF9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F9A7-43B0-4E9F-897D-50368FFDC540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F4D60D-ED3D-4631-411C-2B378033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8E2020-4443-4E27-9CCC-C8D51E03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B206-7EA8-413C-B6C5-8354283AE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883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188673C-81DE-E063-4196-543BAD496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D14308-13DE-CD1F-6E79-D84BA72E5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3C9581-3F46-AF6F-DBB1-87E92C757C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4F9A7-43B0-4E9F-897D-50368FFDC540}" type="datetimeFigureOut">
              <a:rPr lang="ko-KR" altLang="en-US" smtClean="0"/>
              <a:t>2023-09-07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854D8B-EF8B-DD23-FB70-C4B48E03D0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3F3B2C-FB2E-06E6-4B35-6F770CEC8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5B206-7EA8-413C-B6C5-8354283AEB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76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91317-5486-96D4-42F5-A3566D01E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80856"/>
            <a:ext cx="9267731" cy="2054114"/>
          </a:xfrm>
        </p:spPr>
        <p:txBody>
          <a:bodyPr>
            <a:normAutofit/>
          </a:bodyPr>
          <a:lstStyle/>
          <a:p>
            <a:r>
              <a:rPr lang="en-US" altLang="ko-KR" dirty="0"/>
              <a:t>Site development create id rule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2436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4B0B5-790C-3B9A-9F79-9D1620352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Site development id create rule!!!!!!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5DB1275E-85FE-3E12-EAD5-998020ED1C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2577489"/>
              </p:ext>
            </p:extLst>
          </p:nvPr>
        </p:nvGraphicFramePr>
        <p:xfrm>
          <a:off x="946525" y="1864485"/>
          <a:ext cx="10035327" cy="20375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81822">
                  <a:extLst>
                    <a:ext uri="{9D8B030D-6E8A-4147-A177-3AD203B41FA5}">
                      <a16:colId xmlns:a16="http://schemas.microsoft.com/office/drawing/2014/main" val="2007715648"/>
                    </a:ext>
                  </a:extLst>
                </a:gridCol>
                <a:gridCol w="4049139">
                  <a:extLst>
                    <a:ext uri="{9D8B030D-6E8A-4147-A177-3AD203B41FA5}">
                      <a16:colId xmlns:a16="http://schemas.microsoft.com/office/drawing/2014/main" val="452246644"/>
                    </a:ext>
                  </a:extLst>
                </a:gridCol>
                <a:gridCol w="2602183">
                  <a:extLst>
                    <a:ext uri="{9D8B030D-6E8A-4147-A177-3AD203B41FA5}">
                      <a16:colId xmlns:a16="http://schemas.microsoft.com/office/drawing/2014/main" val="1578601032"/>
                    </a:ext>
                  </a:extLst>
                </a:gridCol>
                <a:gridCol w="2602183">
                  <a:extLst>
                    <a:ext uri="{9D8B030D-6E8A-4147-A177-3AD203B41FA5}">
                      <a16:colId xmlns:a16="http://schemas.microsoft.com/office/drawing/2014/main" val="2926199622"/>
                    </a:ext>
                  </a:extLst>
                </a:gridCol>
              </a:tblGrid>
              <a:tr h="4075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Type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Pgmid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Id Rule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Name rule</a:t>
                      </a:r>
                    </a:p>
                  </a:txBody>
                  <a:tcPr marL="7620" marR="7620" marT="7620" marB="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602402"/>
                  </a:ext>
                </a:extLst>
              </a:tr>
              <a:tr h="4075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pgmid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FrmWBIMonthlyIncomeStatement_park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pgmid</a:t>
                      </a:r>
                      <a:r>
                        <a:rPr lang="en-US" sz="1100" u="none" strike="noStrike" dirty="0">
                          <a:effectLst/>
                        </a:rPr>
                        <a:t>+_initial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Korean Naming(copy from spec)+</a:t>
                      </a:r>
                      <a:r>
                        <a:rPr lang="en-US" altLang="ko-KR" sz="1100" u="none" strike="noStrike" dirty="0">
                          <a:effectLst/>
                        </a:rPr>
                        <a:t>_initial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31420783"/>
                  </a:ext>
                </a:extLst>
              </a:tr>
              <a:tr h="4075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serviceid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Wbs.Ylw.Account.BSSACSlipOnCustAge_park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serviceid</a:t>
                      </a:r>
                      <a:r>
                        <a:rPr lang="en-US" sz="1100" u="none" strike="noStrike" dirty="0">
                          <a:effectLst/>
                        </a:rPr>
                        <a:t>+_initial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u="none" strike="noStrike" dirty="0">
                          <a:effectLst/>
                        </a:rPr>
                        <a:t>비즈니스</a:t>
                      </a:r>
                      <a:r>
                        <a:rPr lang="en-US" altLang="ko-KR" sz="1100" u="none" strike="noStrike" dirty="0">
                          <a:effectLst/>
                        </a:rPr>
                        <a:t>-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Korean 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Naming+_</a:t>
                      </a:r>
                      <a:r>
                        <a:rPr lang="en-US" altLang="ko-KR" sz="1100" u="none" strike="noStrike" dirty="0" err="1">
                          <a:effectLst/>
                        </a:rPr>
                        <a:t>initial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06820406"/>
                  </a:ext>
                </a:extLst>
              </a:tr>
              <a:tr h="4075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park_TDABankAccInfo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initial_+</a:t>
                      </a:r>
                      <a:r>
                        <a:rPr lang="en-US" sz="1100" u="none" strike="noStrike" dirty="0" err="1">
                          <a:effectLst/>
                        </a:rPr>
                        <a:t>tablename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Korean Naming(copy from spec)+</a:t>
                      </a:r>
                      <a:r>
                        <a:rPr lang="en-US" altLang="ko-KR" sz="1100" u="none" strike="noStrike" dirty="0">
                          <a:effectLst/>
                        </a:rPr>
                        <a:t>_initial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809528690"/>
                  </a:ext>
                </a:extLst>
              </a:tr>
              <a:tr h="4075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spid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>
                          <a:effectLst/>
                        </a:rPr>
                        <a:t>park_SSLCustomerServiceLotNoQuery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initial_+</a:t>
                      </a:r>
                      <a:r>
                        <a:rPr lang="en-US" sz="1100" u="none" strike="noStrike" dirty="0" err="1">
                          <a:effectLst/>
                        </a:rPr>
                        <a:t>spid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Naming(</a:t>
                      </a:r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en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)+</a:t>
                      </a:r>
                      <a:r>
                        <a:rPr lang="en-US" altLang="ko-KR" sz="1100" u="none" strike="noStrike" dirty="0">
                          <a:effectLst/>
                        </a:rPr>
                        <a:t>_initial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424302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228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78</Words>
  <Application>Microsoft Office PowerPoint</Application>
  <PresentationFormat>와이드스크린</PresentationFormat>
  <Paragraphs>22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Site development create id rule </vt:lpstr>
      <vt:lpstr>Site development id create rule!!!!!!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development create id rule </dc:title>
  <dc:creator>김 명남</dc:creator>
  <cp:lastModifiedBy>김 명남</cp:lastModifiedBy>
  <cp:revision>6</cp:revision>
  <dcterms:created xsi:type="dcterms:W3CDTF">2023-09-07T00:52:45Z</dcterms:created>
  <dcterms:modified xsi:type="dcterms:W3CDTF">2023-09-07T01:50:17Z</dcterms:modified>
</cp:coreProperties>
</file>