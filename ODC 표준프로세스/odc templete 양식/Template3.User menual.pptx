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7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8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9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4"/>
    <p:sldMasterId id="2147483697" r:id="rId5"/>
    <p:sldMasterId id="2147483702" r:id="rId6"/>
    <p:sldMasterId id="2147483707" r:id="rId7"/>
    <p:sldMasterId id="2147483712" r:id="rId8"/>
    <p:sldMasterId id="2147483717" r:id="rId9"/>
    <p:sldMasterId id="2147483722" r:id="rId10"/>
    <p:sldMasterId id="2147483727" r:id="rId11"/>
    <p:sldMasterId id="2147483752" r:id="rId12"/>
    <p:sldMasterId id="2147483779" r:id="rId13"/>
  </p:sldMasterIdLst>
  <p:notesMasterIdLst>
    <p:notesMasterId r:id="rId22"/>
  </p:notesMasterIdLst>
  <p:sldIdLst>
    <p:sldId id="468" r:id="rId14"/>
    <p:sldId id="441" r:id="rId15"/>
    <p:sldId id="471" r:id="rId16"/>
    <p:sldId id="472" r:id="rId17"/>
    <p:sldId id="478" r:id="rId18"/>
    <p:sldId id="476" r:id="rId19"/>
    <p:sldId id="479" r:id="rId20"/>
    <p:sldId id="469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77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4" orient="horz" pos="3974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orient="horz" pos="1253" userDrawn="1">
          <p15:clr>
            <a:srgbClr val="A4A3A4"/>
          </p15:clr>
        </p15:guide>
        <p15:guide id="7" pos="333" userDrawn="1">
          <p15:clr>
            <a:srgbClr val="A4A3A4"/>
          </p15:clr>
        </p15:guide>
        <p15:guide id="8" pos="7331" userDrawn="1">
          <p15:clr>
            <a:srgbClr val="A4A3A4"/>
          </p15:clr>
        </p15:guide>
        <p15:guide id="9" pos="516" userDrawn="1">
          <p15:clr>
            <a:srgbClr val="A4A3A4"/>
          </p15:clr>
        </p15:guide>
        <p15:guide id="10" pos="784" userDrawn="1">
          <p15:clr>
            <a:srgbClr val="A4A3A4"/>
          </p15:clr>
        </p15:guide>
        <p15:guide id="11" pos="7040" userDrawn="1">
          <p15:clr>
            <a:srgbClr val="A4A3A4"/>
          </p15:clr>
        </p15:guide>
        <p15:guide id="12" pos="7105" userDrawn="1">
          <p15:clr>
            <a:srgbClr val="A4A3A4"/>
          </p15:clr>
        </p15:guide>
        <p15:guide id="13" pos="4447" userDrawn="1">
          <p15:clr>
            <a:srgbClr val="A4A3A4"/>
          </p15:clr>
        </p15:guide>
        <p15:guide id="14" pos="126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3E"/>
    <a:srgbClr val="09B59B"/>
    <a:srgbClr val="74106F"/>
    <a:srgbClr val="8063B9"/>
    <a:srgbClr val="EE7700"/>
    <a:srgbClr val="F2504E"/>
    <a:srgbClr val="5A4F89"/>
    <a:srgbClr val="F79A55"/>
    <a:srgbClr val="78CFD6"/>
    <a:srgbClr val="56BF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30" autoAdjust="0"/>
    <p:restoredTop sz="92282" autoAdjust="0"/>
  </p:normalViewPr>
  <p:slideViewPr>
    <p:cSldViewPr snapToGrid="0">
      <p:cViewPr varScale="1">
        <p:scale>
          <a:sx n="58" d="100"/>
          <a:sy n="58" d="100"/>
        </p:scale>
        <p:origin x="270" y="78"/>
      </p:cViewPr>
      <p:guideLst>
        <p:guide pos="2177"/>
        <p:guide orient="horz" pos="2160"/>
        <p:guide orient="horz" pos="3974"/>
        <p:guide orient="horz" pos="709"/>
        <p:guide orient="horz" pos="1253"/>
        <p:guide pos="333"/>
        <p:guide pos="7331"/>
        <p:guide pos="516"/>
        <p:guide pos="784"/>
        <p:guide pos="7040"/>
        <p:guide pos="7105"/>
        <p:guide pos="4447"/>
        <p:guide pos="126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-287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8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C9747-2B45-44A9-842C-35C6A778919E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72CF6-B181-46E1-BD97-36CD085B3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112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387333-C7FC-4B12-A861-6355471D6AA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109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599BBD-B73E-482E-B7E3-096118292BF3}" type="slidenum">
              <a:rPr lang="ko-KR" altLang="en-US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97539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2405C-D35E-758D-1DF4-D43DBB1F6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BF74E7-50D9-C031-ECBC-8DA60F95D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50A483-1D5B-33D0-7DD4-AA6A6C0FF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5DC93A-F934-7167-C563-43D92FA4F6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599BBD-B73E-482E-B7E3-096118292BF3}" type="slidenum">
              <a:rPr lang="ko-KR" altLang="en-US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18634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E7F7F-E8E5-AC51-81A7-E3DFA5797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77D134-6788-E0C0-02C6-2E88E7A0A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299CBC-B4EB-580E-85AF-F12060515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5B44C2-7387-9519-9860-F247A51E06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599BBD-B73E-482E-B7E3-096118292BF3}" type="slidenum">
              <a:rPr lang="ko-KR" altLang="en-US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12268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1124-A47F-70A2-A2D0-21C5565E6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B91A9B-F562-8B68-7023-A15FD1D73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7BBB66-5637-1191-7CD0-28A3415CF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2B7B67-8C69-CB10-22F9-17A3FED4FC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599BBD-B73E-482E-B7E3-096118292BF3}" type="slidenum">
              <a:rPr lang="ko-KR" altLang="en-US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80782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44A7E-C87C-5FB9-C351-94D57839A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A05765-2212-780B-5FCF-CE8412A91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C43C5D-4620-0BD6-335F-E955D2E73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923F54-D369-802C-0167-D011ABDA49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599BBD-B73E-482E-B7E3-096118292BF3}" type="slidenum">
              <a:rPr lang="ko-KR" altLang="en-US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5232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FE75F-36F3-EB33-378D-C55B13920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6219B3-B9EC-E0B3-3076-415114AA7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0A4CBA-142B-BA92-4044-F2185287F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165F1E-5432-31D2-6969-F9296020AF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599BBD-B73E-482E-B7E3-096118292BF3}" type="slidenum">
              <a:rPr lang="ko-KR" altLang="en-US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9301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0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. 제목">
    <p:bg>
      <p:bgPr>
        <a:solidFill>
          <a:srgbClr val="0DB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743511" y="554400"/>
            <a:ext cx="10708800" cy="682190"/>
          </a:xfrm>
        </p:spPr>
        <p:txBody>
          <a:bodyPr lIns="108000" tIns="0" rIns="0" bIns="0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 spc="-1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743511" y="4549910"/>
            <a:ext cx="10708800" cy="31729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날짜</a:t>
            </a:r>
            <a:r>
              <a:rPr lang="en-US" altLang="ko-KR" dirty="0"/>
              <a:t>, </a:t>
            </a:r>
            <a:r>
              <a:rPr lang="ko-KR" altLang="en-US" dirty="0"/>
              <a:t>소속부서</a:t>
            </a:r>
            <a:r>
              <a:rPr lang="en-US" altLang="ko-KR" dirty="0"/>
              <a:t>, </a:t>
            </a:r>
            <a:r>
              <a:rPr lang="ko-KR" altLang="en-US"/>
              <a:t>작성자</a:t>
            </a:r>
            <a:endParaRPr lang="en-US" altLang="ko-KR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849111" y="4316651"/>
            <a:ext cx="35088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3"/>
          <p:cNvSpPr>
            <a:spLocks noGrp="1"/>
          </p:cNvSpPr>
          <p:nvPr>
            <p:ph type="body" sz="quarter" idx="17" hasCustomPrompt="1"/>
          </p:nvPr>
        </p:nvSpPr>
        <p:spPr>
          <a:xfrm>
            <a:off x="743511" y="1544206"/>
            <a:ext cx="10708800" cy="687795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800" b="1" spc="-3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dirty="0"/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8026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639221" y="1293290"/>
            <a:ext cx="1645580" cy="326189"/>
          </a:xfrm>
        </p:spPr>
        <p:txBody>
          <a:bodyPr>
            <a:normAutofit/>
          </a:bodyPr>
          <a:lstStyle>
            <a:lvl1pPr>
              <a:defRPr sz="1600" b="0" baseline="0">
                <a:solidFill>
                  <a:srgbClr val="00963E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Chapter 01</a:t>
            </a:r>
            <a:endParaRPr lang="ko-KR" alt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639219" y="3940690"/>
            <a:ext cx="3932237" cy="1758600"/>
          </a:xfrm>
        </p:spPr>
        <p:txBody>
          <a:bodyPr>
            <a:normAutofit/>
          </a:bodyPr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1" spc="-5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</a:t>
            </a:r>
            <a:endParaRPr lang="en-US" altLang="ko-KR" dirty="0"/>
          </a:p>
          <a:p>
            <a:pPr lvl="0"/>
            <a:r>
              <a:rPr lang="ko-KR" altLang="en-US" dirty="0"/>
              <a:t>마스터</a:t>
            </a:r>
            <a:endParaRPr lang="en-US" altLang="ko-KR" dirty="0"/>
          </a:p>
          <a:p>
            <a:pPr lvl="0"/>
            <a:r>
              <a:rPr lang="ko-KR" altLang="en-US" dirty="0"/>
              <a:t>마스터</a:t>
            </a: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710400" y="1742400"/>
            <a:ext cx="1516800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639219" y="1962246"/>
            <a:ext cx="10179981" cy="71615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3200" b="1" spc="-200" baseline="0">
                <a:solidFill>
                  <a:srgbClr val="009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ko-KR" altLang="en-US" dirty="0"/>
              <a:t>제목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3F9F94-0DD2-4D1A-94AC-D2F8E17589FC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1882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레이아웃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10955" y="214963"/>
            <a:ext cx="10049044" cy="549274"/>
          </a:xfrm>
        </p:spPr>
        <p:txBody>
          <a:bodyPr>
            <a:normAutofit/>
          </a:bodyPr>
          <a:lstStyle>
            <a:lvl1pPr>
              <a:defRPr sz="2200" b="1" spc="-300">
                <a:solidFill>
                  <a:srgbClr val="5F5F5F"/>
                </a:solidFill>
              </a:defRPr>
            </a:lvl1pPr>
          </a:lstStyle>
          <a:p>
            <a:r>
              <a:rPr lang="ko-KR" altLang="en-US" dirty="0"/>
              <a:t>제목</a:t>
            </a:r>
            <a:endParaRPr 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510955" y="710214"/>
            <a:ext cx="11681045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3F9F94-0DD2-4D1A-94AC-D2F8E17589FC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3929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5520C05-1523-41FD-9E68-CCBF0A5B58C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2025-09-22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34B25266-9A09-4147-A43D-444CF9E9ACF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833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. 제목">
    <p:bg>
      <p:bgPr>
        <a:solidFill>
          <a:srgbClr val="0DB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743511" y="554400"/>
            <a:ext cx="10708800" cy="682190"/>
          </a:xfrm>
        </p:spPr>
        <p:txBody>
          <a:bodyPr lIns="108000" tIns="0" rIns="0" bIns="0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 spc="-1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743511" y="4549910"/>
            <a:ext cx="10708800" cy="31729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날짜</a:t>
            </a:r>
            <a:r>
              <a:rPr lang="en-US" altLang="ko-KR" dirty="0"/>
              <a:t>, </a:t>
            </a:r>
            <a:r>
              <a:rPr lang="ko-KR" altLang="en-US" dirty="0"/>
              <a:t>소속부서</a:t>
            </a:r>
            <a:r>
              <a:rPr lang="en-US" altLang="ko-KR" dirty="0"/>
              <a:t>, </a:t>
            </a:r>
            <a:r>
              <a:rPr lang="ko-KR" altLang="en-US"/>
              <a:t>작성자</a:t>
            </a:r>
            <a:endParaRPr lang="en-US" altLang="ko-KR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849111" y="4316651"/>
            <a:ext cx="35088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3"/>
          <p:cNvSpPr>
            <a:spLocks noGrp="1"/>
          </p:cNvSpPr>
          <p:nvPr>
            <p:ph type="body" sz="quarter" idx="17" hasCustomPrompt="1"/>
          </p:nvPr>
        </p:nvSpPr>
        <p:spPr>
          <a:xfrm>
            <a:off x="743511" y="1544206"/>
            <a:ext cx="10708800" cy="687795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800" b="1" spc="-3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dirty="0"/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7689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639221" y="1293290"/>
            <a:ext cx="1645580" cy="326189"/>
          </a:xfrm>
        </p:spPr>
        <p:txBody>
          <a:bodyPr>
            <a:normAutofit/>
          </a:bodyPr>
          <a:lstStyle>
            <a:lvl1pPr>
              <a:defRPr sz="1600" b="0" baseline="0">
                <a:solidFill>
                  <a:srgbClr val="00963E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Chapter 01</a:t>
            </a:r>
            <a:endParaRPr lang="ko-KR" alt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639219" y="3940690"/>
            <a:ext cx="3932237" cy="1758600"/>
          </a:xfrm>
        </p:spPr>
        <p:txBody>
          <a:bodyPr>
            <a:normAutofit/>
          </a:bodyPr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1" spc="-5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</a:t>
            </a:r>
            <a:endParaRPr lang="en-US" altLang="ko-KR" dirty="0"/>
          </a:p>
          <a:p>
            <a:pPr lvl="0"/>
            <a:r>
              <a:rPr lang="ko-KR" altLang="en-US" dirty="0"/>
              <a:t>마스터</a:t>
            </a:r>
            <a:endParaRPr lang="en-US" altLang="ko-KR" dirty="0"/>
          </a:p>
          <a:p>
            <a:pPr lvl="0"/>
            <a:r>
              <a:rPr lang="ko-KR" altLang="en-US" dirty="0"/>
              <a:t>마스터</a:t>
            </a: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710400" y="1742400"/>
            <a:ext cx="1516800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639219" y="1962246"/>
            <a:ext cx="10179981" cy="71615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3200" b="1" spc="-200" baseline="0">
                <a:solidFill>
                  <a:srgbClr val="009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ko-KR" altLang="en-US" dirty="0"/>
              <a:t>제목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3F9F94-0DD2-4D1A-94AC-D2F8E17589FC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3645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레이아웃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10955" y="214963"/>
            <a:ext cx="10049044" cy="549274"/>
          </a:xfrm>
        </p:spPr>
        <p:txBody>
          <a:bodyPr>
            <a:normAutofit/>
          </a:bodyPr>
          <a:lstStyle>
            <a:lvl1pPr>
              <a:defRPr sz="2200" b="1" spc="-300">
                <a:solidFill>
                  <a:srgbClr val="5F5F5F"/>
                </a:solidFill>
              </a:defRPr>
            </a:lvl1pPr>
          </a:lstStyle>
          <a:p>
            <a:r>
              <a:rPr lang="ko-KR" altLang="en-US" dirty="0"/>
              <a:t>제목</a:t>
            </a:r>
            <a:endParaRPr 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510955" y="710214"/>
            <a:ext cx="11681045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3F9F94-0DD2-4D1A-94AC-D2F8E17589FC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0569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5520C05-1523-41FD-9E68-CCBF0A5B58C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2025-09-22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34B25266-9A09-4147-A43D-444CF9E9ACF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319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. 제목">
    <p:bg>
      <p:bgPr>
        <a:solidFill>
          <a:srgbClr val="0DB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743511" y="554400"/>
            <a:ext cx="10708800" cy="682190"/>
          </a:xfrm>
        </p:spPr>
        <p:txBody>
          <a:bodyPr lIns="108000" tIns="0" rIns="0" bIns="0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 spc="-1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743511" y="4549910"/>
            <a:ext cx="10708800" cy="31729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날짜</a:t>
            </a:r>
            <a:r>
              <a:rPr lang="en-US" altLang="ko-KR" dirty="0"/>
              <a:t>, </a:t>
            </a:r>
            <a:r>
              <a:rPr lang="ko-KR" altLang="en-US" dirty="0"/>
              <a:t>소속부서</a:t>
            </a:r>
            <a:r>
              <a:rPr lang="en-US" altLang="ko-KR" dirty="0"/>
              <a:t>, </a:t>
            </a:r>
            <a:r>
              <a:rPr lang="ko-KR" altLang="en-US"/>
              <a:t>작성자</a:t>
            </a:r>
            <a:endParaRPr lang="en-US" altLang="ko-KR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849111" y="4316651"/>
            <a:ext cx="35088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3"/>
          <p:cNvSpPr>
            <a:spLocks noGrp="1"/>
          </p:cNvSpPr>
          <p:nvPr>
            <p:ph type="body" sz="quarter" idx="17" hasCustomPrompt="1"/>
          </p:nvPr>
        </p:nvSpPr>
        <p:spPr>
          <a:xfrm>
            <a:off x="743511" y="1544206"/>
            <a:ext cx="10708800" cy="687795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800" b="1" spc="-3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dirty="0"/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8548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639221" y="1293290"/>
            <a:ext cx="1645580" cy="326189"/>
          </a:xfrm>
        </p:spPr>
        <p:txBody>
          <a:bodyPr>
            <a:normAutofit/>
          </a:bodyPr>
          <a:lstStyle>
            <a:lvl1pPr>
              <a:defRPr sz="1600" b="0" baseline="0">
                <a:solidFill>
                  <a:srgbClr val="00963E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Chapter 01</a:t>
            </a:r>
            <a:endParaRPr lang="ko-KR" alt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639219" y="3940690"/>
            <a:ext cx="3932237" cy="1758600"/>
          </a:xfrm>
        </p:spPr>
        <p:txBody>
          <a:bodyPr>
            <a:normAutofit/>
          </a:bodyPr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1" spc="-5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</a:t>
            </a:r>
            <a:endParaRPr lang="en-US" altLang="ko-KR" dirty="0"/>
          </a:p>
          <a:p>
            <a:pPr lvl="0"/>
            <a:r>
              <a:rPr lang="ko-KR" altLang="en-US" dirty="0"/>
              <a:t>마스터</a:t>
            </a:r>
            <a:endParaRPr lang="en-US" altLang="ko-KR" dirty="0"/>
          </a:p>
          <a:p>
            <a:pPr lvl="0"/>
            <a:r>
              <a:rPr lang="ko-KR" altLang="en-US" dirty="0"/>
              <a:t>마스터</a:t>
            </a: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710400" y="1742400"/>
            <a:ext cx="1516800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639219" y="1962246"/>
            <a:ext cx="10179981" cy="71615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3200" b="1" spc="-200" baseline="0">
                <a:solidFill>
                  <a:srgbClr val="009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ko-KR" altLang="en-US" dirty="0"/>
              <a:t>제목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3F9F94-0DD2-4D1A-94AC-D2F8E17589FC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317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레이아웃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10955" y="214963"/>
            <a:ext cx="10049044" cy="549274"/>
          </a:xfrm>
        </p:spPr>
        <p:txBody>
          <a:bodyPr>
            <a:normAutofit/>
          </a:bodyPr>
          <a:lstStyle>
            <a:lvl1pPr>
              <a:defRPr sz="2200" b="1" spc="-300">
                <a:solidFill>
                  <a:srgbClr val="5F5F5F"/>
                </a:solidFill>
              </a:defRPr>
            </a:lvl1pPr>
          </a:lstStyle>
          <a:p>
            <a:r>
              <a:rPr lang="ko-KR" altLang="en-US" dirty="0"/>
              <a:t>제목</a:t>
            </a:r>
            <a:endParaRPr 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510955" y="710214"/>
            <a:ext cx="11681045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3F9F94-0DD2-4D1A-94AC-D2F8E17589FC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4587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5520C05-1523-41FD-9E68-CCBF0A5B58C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2025-09-22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34B25266-9A09-4147-A43D-444CF9E9ACF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811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. 제목">
    <p:bg>
      <p:bgPr>
        <a:solidFill>
          <a:srgbClr val="0DB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743511" y="554400"/>
            <a:ext cx="10708800" cy="682190"/>
          </a:xfrm>
        </p:spPr>
        <p:txBody>
          <a:bodyPr lIns="108000" tIns="0" rIns="0" bIns="0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 spc="-1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743511" y="4549910"/>
            <a:ext cx="10708800" cy="31729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날짜</a:t>
            </a:r>
            <a:r>
              <a:rPr lang="en-US" altLang="ko-KR" dirty="0"/>
              <a:t>, </a:t>
            </a:r>
            <a:r>
              <a:rPr lang="ko-KR" altLang="en-US" dirty="0"/>
              <a:t>소속부서</a:t>
            </a:r>
            <a:r>
              <a:rPr lang="en-US" altLang="ko-KR" dirty="0"/>
              <a:t>, </a:t>
            </a:r>
            <a:r>
              <a:rPr lang="ko-KR" altLang="en-US"/>
              <a:t>작성자</a:t>
            </a:r>
            <a:endParaRPr lang="en-US" altLang="ko-KR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849111" y="4316651"/>
            <a:ext cx="35088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3"/>
          <p:cNvSpPr>
            <a:spLocks noGrp="1"/>
          </p:cNvSpPr>
          <p:nvPr>
            <p:ph type="body" sz="quarter" idx="17" hasCustomPrompt="1"/>
          </p:nvPr>
        </p:nvSpPr>
        <p:spPr>
          <a:xfrm>
            <a:off x="743511" y="1544206"/>
            <a:ext cx="10708800" cy="687795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800" b="1" spc="-3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dirty="0"/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0911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639221" y="1293290"/>
            <a:ext cx="1645580" cy="326189"/>
          </a:xfrm>
        </p:spPr>
        <p:txBody>
          <a:bodyPr>
            <a:normAutofit/>
          </a:bodyPr>
          <a:lstStyle>
            <a:lvl1pPr>
              <a:defRPr sz="1600" b="0" baseline="0">
                <a:solidFill>
                  <a:srgbClr val="00963E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Chapter 01</a:t>
            </a:r>
            <a:endParaRPr lang="ko-KR" alt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639219" y="3940690"/>
            <a:ext cx="3932237" cy="1758600"/>
          </a:xfrm>
        </p:spPr>
        <p:txBody>
          <a:bodyPr>
            <a:normAutofit/>
          </a:bodyPr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1" spc="-5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</a:t>
            </a:r>
            <a:endParaRPr lang="en-US" altLang="ko-KR" dirty="0"/>
          </a:p>
          <a:p>
            <a:pPr lvl="0"/>
            <a:r>
              <a:rPr lang="ko-KR" altLang="en-US" dirty="0"/>
              <a:t>마스터</a:t>
            </a:r>
            <a:endParaRPr lang="en-US" altLang="ko-KR" dirty="0"/>
          </a:p>
          <a:p>
            <a:pPr lvl="0"/>
            <a:r>
              <a:rPr lang="ko-KR" altLang="en-US" dirty="0"/>
              <a:t>마스터</a:t>
            </a: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710400" y="1742400"/>
            <a:ext cx="1516800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639219" y="1962246"/>
            <a:ext cx="10179981" cy="71615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3200" b="1" spc="-200" baseline="0">
                <a:solidFill>
                  <a:srgbClr val="009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ko-KR" altLang="en-US" dirty="0"/>
              <a:t>제목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3F9F94-0DD2-4D1A-94AC-D2F8E17589FC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9758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레이아웃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10955" y="214963"/>
            <a:ext cx="10049044" cy="549274"/>
          </a:xfrm>
        </p:spPr>
        <p:txBody>
          <a:bodyPr>
            <a:normAutofit/>
          </a:bodyPr>
          <a:lstStyle>
            <a:lvl1pPr>
              <a:defRPr sz="2200" b="1" spc="-300">
                <a:solidFill>
                  <a:srgbClr val="5F5F5F"/>
                </a:solidFill>
              </a:defRPr>
            </a:lvl1pPr>
          </a:lstStyle>
          <a:p>
            <a:r>
              <a:rPr lang="ko-KR" altLang="en-US" dirty="0"/>
              <a:t>제목</a:t>
            </a:r>
            <a:endParaRPr 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510955" y="710214"/>
            <a:ext cx="11681045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3F9F94-0DD2-4D1A-94AC-D2F8E17589FC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5429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5520C05-1523-41FD-9E68-CCBF0A5B58C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2025-09-22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34B25266-9A09-4147-A43D-444CF9E9ACF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091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. 제목">
    <p:bg>
      <p:bgPr>
        <a:solidFill>
          <a:srgbClr val="0DB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743511" y="554400"/>
            <a:ext cx="10708800" cy="682190"/>
          </a:xfrm>
        </p:spPr>
        <p:txBody>
          <a:bodyPr lIns="108000" tIns="0" rIns="0" bIns="0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 spc="-1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743511" y="4549910"/>
            <a:ext cx="10708800" cy="31729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날짜</a:t>
            </a:r>
            <a:r>
              <a:rPr lang="en-US" altLang="ko-KR" dirty="0"/>
              <a:t>, </a:t>
            </a:r>
            <a:r>
              <a:rPr lang="ko-KR" altLang="en-US" dirty="0"/>
              <a:t>소속부서</a:t>
            </a:r>
            <a:r>
              <a:rPr lang="en-US" altLang="ko-KR" dirty="0"/>
              <a:t>, </a:t>
            </a:r>
            <a:r>
              <a:rPr lang="ko-KR" altLang="en-US"/>
              <a:t>작성자</a:t>
            </a:r>
            <a:endParaRPr lang="en-US" altLang="ko-KR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849111" y="4316651"/>
            <a:ext cx="35088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3"/>
          <p:cNvSpPr>
            <a:spLocks noGrp="1"/>
          </p:cNvSpPr>
          <p:nvPr>
            <p:ph type="body" sz="quarter" idx="17" hasCustomPrompt="1"/>
          </p:nvPr>
        </p:nvSpPr>
        <p:spPr>
          <a:xfrm>
            <a:off x="743511" y="1544206"/>
            <a:ext cx="10708800" cy="687795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800" b="1" spc="-3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dirty="0"/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5139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639221" y="1293290"/>
            <a:ext cx="1645580" cy="326189"/>
          </a:xfrm>
        </p:spPr>
        <p:txBody>
          <a:bodyPr>
            <a:normAutofit/>
          </a:bodyPr>
          <a:lstStyle>
            <a:lvl1pPr>
              <a:defRPr sz="1600" b="0" baseline="0">
                <a:solidFill>
                  <a:srgbClr val="00963E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Chapter 01</a:t>
            </a:r>
            <a:endParaRPr lang="ko-KR" alt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639219" y="3940690"/>
            <a:ext cx="3932237" cy="1758600"/>
          </a:xfrm>
        </p:spPr>
        <p:txBody>
          <a:bodyPr>
            <a:normAutofit/>
          </a:bodyPr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1" spc="-5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</a:t>
            </a:r>
            <a:endParaRPr lang="en-US" altLang="ko-KR" dirty="0"/>
          </a:p>
          <a:p>
            <a:pPr lvl="0"/>
            <a:r>
              <a:rPr lang="ko-KR" altLang="en-US" dirty="0"/>
              <a:t>마스터</a:t>
            </a:r>
            <a:endParaRPr lang="en-US" altLang="ko-KR" dirty="0"/>
          </a:p>
          <a:p>
            <a:pPr lvl="0"/>
            <a:r>
              <a:rPr lang="ko-KR" altLang="en-US" dirty="0"/>
              <a:t>마스터</a:t>
            </a: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710400" y="1742400"/>
            <a:ext cx="1516800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639219" y="1962246"/>
            <a:ext cx="10179981" cy="71615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3200" b="1" spc="-200" baseline="0">
                <a:solidFill>
                  <a:srgbClr val="009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ko-KR" altLang="en-US" dirty="0"/>
              <a:t>제목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3F9F94-0DD2-4D1A-94AC-D2F8E17589FC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2249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레이아웃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10955" y="214963"/>
            <a:ext cx="10049044" cy="549274"/>
          </a:xfrm>
        </p:spPr>
        <p:txBody>
          <a:bodyPr>
            <a:normAutofit/>
          </a:bodyPr>
          <a:lstStyle>
            <a:lvl1pPr>
              <a:defRPr sz="2200" b="1" spc="-300">
                <a:solidFill>
                  <a:srgbClr val="5F5F5F"/>
                </a:solidFill>
              </a:defRPr>
            </a:lvl1pPr>
          </a:lstStyle>
          <a:p>
            <a:r>
              <a:rPr lang="ko-KR" altLang="en-US" dirty="0"/>
              <a:t>제목</a:t>
            </a:r>
            <a:endParaRPr 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510955" y="710214"/>
            <a:ext cx="11681045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3F9F94-0DD2-4D1A-94AC-D2F8E17589FC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42920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5520C05-1523-41FD-9E68-CCBF0A5B58C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2025-09-22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34B25266-9A09-4147-A43D-444CF9E9ACF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5796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. 제목">
    <p:bg>
      <p:bgPr>
        <a:solidFill>
          <a:srgbClr val="0DB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743511" y="554400"/>
            <a:ext cx="10708800" cy="682190"/>
          </a:xfrm>
        </p:spPr>
        <p:txBody>
          <a:bodyPr lIns="108000" tIns="0" rIns="0" bIns="0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 spc="-1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743511" y="4549910"/>
            <a:ext cx="10708800" cy="31729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날짜</a:t>
            </a:r>
            <a:r>
              <a:rPr lang="en-US" altLang="ko-KR" dirty="0"/>
              <a:t>, </a:t>
            </a:r>
            <a:r>
              <a:rPr lang="ko-KR" altLang="en-US" dirty="0"/>
              <a:t>소속부서</a:t>
            </a:r>
            <a:r>
              <a:rPr lang="en-US" altLang="ko-KR" dirty="0"/>
              <a:t>, </a:t>
            </a:r>
            <a:r>
              <a:rPr lang="ko-KR" altLang="en-US"/>
              <a:t>작성자</a:t>
            </a:r>
            <a:endParaRPr lang="en-US" altLang="ko-KR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849111" y="4316651"/>
            <a:ext cx="35088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3"/>
          <p:cNvSpPr>
            <a:spLocks noGrp="1"/>
          </p:cNvSpPr>
          <p:nvPr>
            <p:ph type="body" sz="quarter" idx="17" hasCustomPrompt="1"/>
          </p:nvPr>
        </p:nvSpPr>
        <p:spPr>
          <a:xfrm>
            <a:off x="743511" y="1544206"/>
            <a:ext cx="10708800" cy="687795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800" b="1" spc="-3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dirty="0"/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22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639221" y="1293290"/>
            <a:ext cx="1645580" cy="326189"/>
          </a:xfrm>
        </p:spPr>
        <p:txBody>
          <a:bodyPr>
            <a:normAutofit/>
          </a:bodyPr>
          <a:lstStyle>
            <a:lvl1pPr>
              <a:defRPr sz="1600" b="0" baseline="0">
                <a:solidFill>
                  <a:srgbClr val="00963E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Chapter 01</a:t>
            </a:r>
            <a:endParaRPr lang="ko-KR" alt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639219" y="3940690"/>
            <a:ext cx="3932237" cy="1758600"/>
          </a:xfrm>
        </p:spPr>
        <p:txBody>
          <a:bodyPr>
            <a:normAutofit/>
          </a:bodyPr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1" spc="-5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</a:t>
            </a:r>
            <a:endParaRPr lang="en-US" altLang="ko-KR" dirty="0"/>
          </a:p>
          <a:p>
            <a:pPr lvl="0"/>
            <a:r>
              <a:rPr lang="ko-KR" altLang="en-US" dirty="0"/>
              <a:t>마스터</a:t>
            </a:r>
            <a:endParaRPr lang="en-US" altLang="ko-KR" dirty="0"/>
          </a:p>
          <a:p>
            <a:pPr lvl="0"/>
            <a:r>
              <a:rPr lang="ko-KR" altLang="en-US" dirty="0"/>
              <a:t>마스터</a:t>
            </a: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710400" y="1742400"/>
            <a:ext cx="1516800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639219" y="1962246"/>
            <a:ext cx="10179981" cy="71615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3200" b="1" spc="-200" baseline="0">
                <a:solidFill>
                  <a:srgbClr val="009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ko-KR" altLang="en-US" dirty="0"/>
              <a:t>제목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3F9F94-0DD2-4D1A-94AC-D2F8E17589FC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23910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레이아웃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10955" y="214963"/>
            <a:ext cx="10049044" cy="549274"/>
          </a:xfrm>
        </p:spPr>
        <p:txBody>
          <a:bodyPr>
            <a:normAutofit/>
          </a:bodyPr>
          <a:lstStyle>
            <a:lvl1pPr>
              <a:defRPr sz="2200" b="1" spc="-300">
                <a:solidFill>
                  <a:srgbClr val="5F5F5F"/>
                </a:solidFill>
              </a:defRPr>
            </a:lvl1pPr>
          </a:lstStyle>
          <a:p>
            <a:r>
              <a:rPr lang="ko-KR" altLang="en-US" dirty="0"/>
              <a:t>제목</a:t>
            </a:r>
            <a:endParaRPr 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510955" y="710214"/>
            <a:ext cx="11681045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3F9F94-0DD2-4D1A-94AC-D2F8E17589FC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66868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5520C05-1523-41FD-9E68-CCBF0A5B58C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2025-09-22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34B25266-9A09-4147-A43D-444CF9E9ACF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095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. 제목">
    <p:bg>
      <p:bgPr>
        <a:solidFill>
          <a:srgbClr val="0DB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743511" y="554400"/>
            <a:ext cx="10708800" cy="682190"/>
          </a:xfrm>
        </p:spPr>
        <p:txBody>
          <a:bodyPr lIns="108000" tIns="0" rIns="0" bIns="0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 spc="-1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743511" y="4549910"/>
            <a:ext cx="10708800" cy="31729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날짜</a:t>
            </a:r>
            <a:r>
              <a:rPr lang="en-US" altLang="ko-KR" dirty="0"/>
              <a:t>, </a:t>
            </a:r>
            <a:r>
              <a:rPr lang="ko-KR" altLang="en-US" dirty="0"/>
              <a:t>소속부서</a:t>
            </a:r>
            <a:r>
              <a:rPr lang="en-US" altLang="ko-KR" dirty="0"/>
              <a:t>, </a:t>
            </a:r>
            <a:r>
              <a:rPr lang="ko-KR" altLang="en-US"/>
              <a:t>작성자</a:t>
            </a:r>
            <a:endParaRPr lang="en-US" altLang="ko-KR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849111" y="4316651"/>
            <a:ext cx="35088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3"/>
          <p:cNvSpPr>
            <a:spLocks noGrp="1"/>
          </p:cNvSpPr>
          <p:nvPr>
            <p:ph type="body" sz="quarter" idx="17" hasCustomPrompt="1"/>
          </p:nvPr>
        </p:nvSpPr>
        <p:spPr>
          <a:xfrm>
            <a:off x="743511" y="1544206"/>
            <a:ext cx="10708800" cy="687795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800" b="1" spc="-3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dirty="0"/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26280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639221" y="1293290"/>
            <a:ext cx="1645580" cy="326189"/>
          </a:xfrm>
        </p:spPr>
        <p:txBody>
          <a:bodyPr>
            <a:normAutofit/>
          </a:bodyPr>
          <a:lstStyle>
            <a:lvl1pPr>
              <a:defRPr sz="1600" b="0" baseline="0">
                <a:solidFill>
                  <a:srgbClr val="00963E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Chapter 01</a:t>
            </a:r>
            <a:endParaRPr lang="ko-KR" alt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639219" y="3940690"/>
            <a:ext cx="3932237" cy="1758600"/>
          </a:xfrm>
        </p:spPr>
        <p:txBody>
          <a:bodyPr>
            <a:normAutofit/>
          </a:bodyPr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1" spc="-5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</a:t>
            </a:r>
            <a:endParaRPr lang="en-US" altLang="ko-KR" dirty="0"/>
          </a:p>
          <a:p>
            <a:pPr lvl="0"/>
            <a:r>
              <a:rPr lang="ko-KR" altLang="en-US" dirty="0"/>
              <a:t>마스터</a:t>
            </a:r>
            <a:endParaRPr lang="en-US" altLang="ko-KR" dirty="0"/>
          </a:p>
          <a:p>
            <a:pPr lvl="0"/>
            <a:r>
              <a:rPr lang="ko-KR" altLang="en-US" dirty="0"/>
              <a:t>마스터</a:t>
            </a: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710400" y="1742400"/>
            <a:ext cx="1516800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639219" y="1962246"/>
            <a:ext cx="10179981" cy="71615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3200" b="1" spc="-200" baseline="0">
                <a:solidFill>
                  <a:srgbClr val="009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ko-KR" altLang="en-US" dirty="0"/>
              <a:t>제목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3F9F94-0DD2-4D1A-94AC-D2F8E17589FC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83385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레이아웃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10955" y="214963"/>
            <a:ext cx="10049044" cy="549274"/>
          </a:xfrm>
        </p:spPr>
        <p:txBody>
          <a:bodyPr>
            <a:normAutofit/>
          </a:bodyPr>
          <a:lstStyle>
            <a:lvl1pPr>
              <a:defRPr sz="2200" b="1" spc="-300">
                <a:solidFill>
                  <a:srgbClr val="5F5F5F"/>
                </a:solidFill>
              </a:defRPr>
            </a:lvl1pPr>
          </a:lstStyle>
          <a:p>
            <a:r>
              <a:rPr lang="ko-KR" altLang="en-US" dirty="0"/>
              <a:t>제목</a:t>
            </a:r>
            <a:endParaRPr 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510955" y="710214"/>
            <a:ext cx="11681045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3F9F94-0DD2-4D1A-94AC-D2F8E17589FC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9883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5520C05-1523-41FD-9E68-CCBF0A5B58C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2025-09-22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34B25266-9A09-4147-A43D-444CF9E9ACF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9794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. 제목">
    <p:bg>
      <p:bgPr>
        <a:solidFill>
          <a:srgbClr val="0DB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743511" y="554400"/>
            <a:ext cx="10708800" cy="682190"/>
          </a:xfrm>
        </p:spPr>
        <p:txBody>
          <a:bodyPr lIns="108000" tIns="0" rIns="0" bIns="0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 spc="-1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743511" y="4549910"/>
            <a:ext cx="10708800" cy="31729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날짜</a:t>
            </a:r>
            <a:r>
              <a:rPr lang="en-US" altLang="ko-KR" dirty="0"/>
              <a:t>, </a:t>
            </a:r>
            <a:r>
              <a:rPr lang="ko-KR" altLang="en-US" dirty="0"/>
              <a:t>소속부서</a:t>
            </a:r>
            <a:r>
              <a:rPr lang="en-US" altLang="ko-KR" dirty="0"/>
              <a:t>, </a:t>
            </a:r>
            <a:r>
              <a:rPr lang="ko-KR" altLang="en-US"/>
              <a:t>작성자</a:t>
            </a:r>
            <a:endParaRPr lang="en-US" altLang="ko-KR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849111" y="4316651"/>
            <a:ext cx="35088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3"/>
          <p:cNvSpPr>
            <a:spLocks noGrp="1"/>
          </p:cNvSpPr>
          <p:nvPr>
            <p:ph type="body" sz="quarter" idx="17" hasCustomPrompt="1"/>
          </p:nvPr>
        </p:nvSpPr>
        <p:spPr>
          <a:xfrm>
            <a:off x="743511" y="1544206"/>
            <a:ext cx="10708800" cy="687795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800" b="1" spc="-3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dirty="0"/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90016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639221" y="1293290"/>
            <a:ext cx="1645580" cy="326189"/>
          </a:xfrm>
        </p:spPr>
        <p:txBody>
          <a:bodyPr>
            <a:normAutofit/>
          </a:bodyPr>
          <a:lstStyle>
            <a:lvl1pPr>
              <a:defRPr sz="1600" b="0" baseline="0">
                <a:solidFill>
                  <a:srgbClr val="00963E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Chapter 01</a:t>
            </a:r>
            <a:endParaRPr lang="ko-KR" alt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639219" y="3940690"/>
            <a:ext cx="3932237" cy="1758600"/>
          </a:xfrm>
        </p:spPr>
        <p:txBody>
          <a:bodyPr>
            <a:normAutofit/>
          </a:bodyPr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1" spc="-5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</a:t>
            </a:r>
            <a:endParaRPr lang="en-US" altLang="ko-KR" dirty="0"/>
          </a:p>
          <a:p>
            <a:pPr lvl="0"/>
            <a:r>
              <a:rPr lang="ko-KR" altLang="en-US" dirty="0"/>
              <a:t>마스터</a:t>
            </a:r>
            <a:endParaRPr lang="en-US" altLang="ko-KR" dirty="0"/>
          </a:p>
          <a:p>
            <a:pPr lvl="0"/>
            <a:r>
              <a:rPr lang="ko-KR" altLang="en-US" dirty="0"/>
              <a:t>마스터</a:t>
            </a: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710400" y="1742400"/>
            <a:ext cx="1516800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639219" y="1962246"/>
            <a:ext cx="10179981" cy="71615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3200" b="1" spc="-200" baseline="0">
                <a:solidFill>
                  <a:srgbClr val="009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ko-KR" altLang="en-US" dirty="0"/>
              <a:t>제목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3F9F94-0DD2-4D1A-94AC-D2F8E17589FC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1653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레이아웃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10955" y="214963"/>
            <a:ext cx="10049044" cy="549274"/>
          </a:xfrm>
        </p:spPr>
        <p:txBody>
          <a:bodyPr>
            <a:normAutofit/>
          </a:bodyPr>
          <a:lstStyle>
            <a:lvl1pPr>
              <a:defRPr sz="2200" b="1" spc="-300">
                <a:solidFill>
                  <a:srgbClr val="5F5F5F"/>
                </a:solidFill>
              </a:defRPr>
            </a:lvl1pPr>
          </a:lstStyle>
          <a:p>
            <a:r>
              <a:rPr lang="ko-KR" altLang="en-US" dirty="0"/>
              <a:t>제목</a:t>
            </a:r>
            <a:endParaRPr 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510955" y="710214"/>
            <a:ext cx="11681045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3F9F94-0DD2-4D1A-94AC-D2F8E17589FC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69615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5520C05-1523-41FD-9E68-CCBF0A5B58C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2025-09-22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34B25266-9A09-4147-A43D-444CF9E9ACF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2331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7F64-397C-4721-A840-FAF1F215EE61}" type="datetimeFigureOut">
              <a:rPr lang="ko-KR" altLang="en-US" smtClean="0"/>
              <a:pPr/>
              <a:t>2025-09-22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A4CE-04BA-4EEA-8009-C834A36FDE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53610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7F64-397C-4721-A840-FAF1F215EE61}" type="datetimeFigureOut">
              <a:rPr lang="ko-KR" altLang="en-US" smtClean="0"/>
              <a:pPr/>
              <a:t>2025-09-22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A4CE-04BA-4EEA-8009-C834A36FDE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3542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7F64-397C-4721-A840-FAF1F215EE61}" type="datetimeFigureOut">
              <a:rPr lang="ko-KR" altLang="en-US" smtClean="0"/>
              <a:pPr/>
              <a:t>2025-09-22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A4CE-04BA-4EEA-8009-C834A36FDE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1462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7F64-397C-4721-A840-FAF1F215EE61}" type="datetimeFigureOut">
              <a:rPr lang="ko-KR" altLang="en-US" smtClean="0"/>
              <a:pPr/>
              <a:t>2025-09-22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A4CE-04BA-4EEA-8009-C834A36FDE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53403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7F64-397C-4721-A840-FAF1F215EE61}" type="datetimeFigureOut">
              <a:rPr lang="ko-KR" altLang="en-US" smtClean="0"/>
              <a:pPr/>
              <a:t>2025-09-22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A4CE-04BA-4EEA-8009-C834A36FDE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88973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7F64-397C-4721-A840-FAF1F215EE61}" type="datetimeFigureOut">
              <a:rPr lang="ko-KR" altLang="en-US" smtClean="0"/>
              <a:pPr/>
              <a:t>2025-09-22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A4CE-04BA-4EEA-8009-C834A36FDE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50109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7F64-397C-4721-A840-FAF1F215EE61}" type="datetimeFigureOut">
              <a:rPr lang="ko-KR" altLang="en-US" smtClean="0"/>
              <a:pPr/>
              <a:t>2025-09-22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A4CE-04BA-4EEA-8009-C834A36FDE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09737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7F64-397C-4721-A840-FAF1F215EE61}" type="datetimeFigureOut">
              <a:rPr lang="ko-KR" altLang="en-US" smtClean="0"/>
              <a:pPr/>
              <a:t>2025-09-22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A4CE-04BA-4EEA-8009-C834A36FDE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07790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7F64-397C-4721-A840-FAF1F215EE61}" type="datetimeFigureOut">
              <a:rPr lang="ko-KR" altLang="en-US" smtClean="0"/>
              <a:pPr/>
              <a:t>2025-09-22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A4CE-04BA-4EEA-8009-C834A36FDE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70348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7F64-397C-4721-A840-FAF1F215EE61}" type="datetimeFigureOut">
              <a:rPr lang="ko-KR" altLang="en-US" smtClean="0"/>
              <a:pPr/>
              <a:t>2025-09-22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A4CE-04BA-4EEA-8009-C834A36FDE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50629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7F64-397C-4721-A840-FAF1F215EE61}" type="datetimeFigureOut">
              <a:rPr lang="ko-KR" altLang="en-US" smtClean="0"/>
              <a:pPr/>
              <a:t>2025-09-22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A4CE-04BA-4EEA-8009-C834A36FDE3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8566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>
            <a:extLst>
              <a:ext uri="{FF2B5EF4-FFF2-40B4-BE49-F238E27FC236}">
                <a16:creationId xmlns:a16="http://schemas.microsoft.com/office/drawing/2014/main" id="{9312AB0C-D9B0-C6F7-ADD1-1DD3AEF0AA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그래픽 10">
            <a:extLst>
              <a:ext uri="{FF2B5EF4-FFF2-40B4-BE49-F238E27FC236}">
                <a16:creationId xmlns:a16="http://schemas.microsoft.com/office/drawing/2014/main" id="{A4747E21-AAD5-05A3-EA09-AB3FC43622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284" y="5687568"/>
            <a:ext cx="2057400" cy="397272"/>
          </a:xfrm>
          <a:prstGeom prst="rect">
            <a:avLst/>
          </a:prstGeom>
        </p:spPr>
      </p:pic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63317A27-EDBE-666F-EAE3-8D9877EE67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2285" y="1745513"/>
            <a:ext cx="10367433" cy="504794"/>
          </a:xfrm>
        </p:spPr>
        <p:txBody>
          <a:bodyPr wrap="square" lIns="0" tIns="0" rIns="0" bIns="0">
            <a:noAutofit/>
          </a:bodyPr>
          <a:lstStyle>
            <a:lvl1pPr marL="0" indent="0">
              <a:buNone/>
              <a:defRPr sz="3000" b="1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2629939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2" pos="575">
          <p15:clr>
            <a:srgbClr val="FBAE40"/>
          </p15:clr>
        </p15:guide>
        <p15:guide id="3" pos="7105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. 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>
            <a:extLst>
              <a:ext uri="{FF2B5EF4-FFF2-40B4-BE49-F238E27FC236}">
                <a16:creationId xmlns:a16="http://schemas.microsoft.com/office/drawing/2014/main" id="{3D846F19-C9F3-6051-3735-C1DF3C0FDE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AFE3E951-43D6-51B1-5AC8-6A4200C4B34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4100" y="6157914"/>
            <a:ext cx="2057400" cy="2952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A02080-0D55-E4CD-838D-351ACD777199}"/>
              </a:ext>
            </a:extLst>
          </p:cNvPr>
          <p:cNvSpPr txBox="1"/>
          <p:nvPr userDrawn="1"/>
        </p:nvSpPr>
        <p:spPr>
          <a:xfrm>
            <a:off x="4789874" y="3167390"/>
            <a:ext cx="1959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r>
              <a:rPr lang="en-US" altLang="ko-KR" sz="2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0646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>
            <a:extLst>
              <a:ext uri="{FF2B5EF4-FFF2-40B4-BE49-F238E27FC236}">
                <a16:creationId xmlns:a16="http://schemas.microsoft.com/office/drawing/2014/main" id="{7D6916F2-2B1A-25F1-CC55-352EF4540B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839382" y="-1"/>
            <a:ext cx="6428727" cy="79408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CA8FE0-0FB9-2CB3-BEE1-6D01C0F524BA}"/>
              </a:ext>
            </a:extLst>
          </p:cNvPr>
          <p:cNvSpPr txBox="1"/>
          <p:nvPr userDrawn="1"/>
        </p:nvSpPr>
        <p:spPr>
          <a:xfrm>
            <a:off x="787300" y="1225970"/>
            <a:ext cx="17091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04A55548-172A-E868-1338-1CE2BD72DB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87427" y="307156"/>
            <a:ext cx="2057400" cy="295275"/>
          </a:xfrm>
          <a:prstGeom prst="rect">
            <a:avLst/>
          </a:prstGeom>
        </p:spPr>
      </p:pic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D9943595-13B1-586C-8885-0EB3642736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1548" y="1225970"/>
            <a:ext cx="5968169" cy="4825580"/>
          </a:xfrm>
        </p:spPr>
        <p:txBody>
          <a:bodyPr vert="horz" lIns="0" tIns="0" rIns="0" bIns="0" rtlCol="0">
            <a:noAutofit/>
          </a:bodyPr>
          <a:lstStyle>
            <a:lvl1pPr marL="177800" indent="-177800">
              <a:defRPr lang="ko-KR" altLang="en-US" sz="1600" spc="-150" baseline="0" dirty="0">
                <a:latin typeface="맑은 고딕" panose="020B0503020000020004" pitchFamily="50" charset="-127"/>
              </a:defRPr>
            </a:lvl1pPr>
          </a:lstStyle>
          <a:p>
            <a:pPr marL="269875" marR="0" lvl="0" indent="-269875" fontAlgn="auto">
              <a:lnSpc>
                <a:spcPct val="150000"/>
              </a:lnSpc>
              <a:spcAft>
                <a:spcPts val="0"/>
              </a:spcAft>
              <a:buClrTx/>
              <a:buSzTx/>
              <a:buAutoNum type="arabicPeriod"/>
              <a:tabLst/>
            </a:pPr>
            <a:r>
              <a:rPr lang="ko-KR" altLang="en-US" dirty="0"/>
              <a:t>제목</a:t>
            </a:r>
          </a:p>
          <a:p>
            <a:pPr marL="269875" marR="0" lvl="0" indent="-269875" fontAlgn="auto">
              <a:lnSpc>
                <a:spcPct val="150000"/>
              </a:lnSpc>
              <a:spcAft>
                <a:spcPts val="0"/>
              </a:spcAft>
              <a:buClrTx/>
              <a:buSzTx/>
              <a:buAutoNum type="arabicPeriod"/>
              <a:tabLst/>
            </a:pPr>
            <a:r>
              <a:rPr lang="ko-KR" altLang="en-US" dirty="0"/>
              <a:t>제목</a:t>
            </a:r>
          </a:p>
          <a:p>
            <a:pPr marL="269875" marR="0" lvl="0" indent="-269875" fontAlgn="auto">
              <a:lnSpc>
                <a:spcPct val="150000"/>
              </a:lnSpc>
              <a:spcAft>
                <a:spcPts val="0"/>
              </a:spcAft>
              <a:buClrTx/>
              <a:buSzTx/>
              <a:buAutoNum type="arabicPeriod"/>
              <a:tabLst/>
            </a:pPr>
            <a:r>
              <a:rPr lang="ko-KR" altLang="en-US" dirty="0"/>
              <a:t>제목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3F4A61-05DB-D1B3-785D-09E0EA7A3780}"/>
              </a:ext>
            </a:extLst>
          </p:cNvPr>
          <p:cNvSpPr txBox="1"/>
          <p:nvPr userDrawn="1"/>
        </p:nvSpPr>
        <p:spPr>
          <a:xfrm>
            <a:off x="5502889" y="6594160"/>
            <a:ext cx="5968169" cy="15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ko-KR"/>
            </a:defPPr>
            <a:lvl1pPr lvl="0" indent="0" algn="r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700" b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ko-KR" sz="700" dirty="0"/>
              <a:t>© </a:t>
            </a:r>
            <a:r>
              <a:rPr lang="en-US" altLang="ko-KR" sz="700" dirty="0" err="1"/>
              <a:t>Younglimwon</a:t>
            </a:r>
            <a:r>
              <a:rPr lang="en-US" altLang="ko-KR" sz="700" dirty="0"/>
              <a:t> Soft Lab. Co., Ltd.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998CF5-8674-33B9-064D-3FEBFCF420DE}"/>
              </a:ext>
            </a:extLst>
          </p:cNvPr>
          <p:cNvSpPr txBox="1"/>
          <p:nvPr userDrawn="1"/>
        </p:nvSpPr>
        <p:spPr>
          <a:xfrm>
            <a:off x="11444140" y="6537491"/>
            <a:ext cx="576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63F9F94-0DD2-4D1A-94AC-D2F8E17589FC}" type="slidenum">
              <a:rPr lang="en-US" altLang="ko-KR" sz="800" spc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/>
              <a:t>‹#›</a:t>
            </a:fld>
            <a:endParaRPr lang="en-US" altLang="ko-KR" sz="800" spc="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346161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챕터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3ECA6AD-0783-8F5D-3309-2E53B6336A86}"/>
              </a:ext>
            </a:extLst>
          </p:cNvPr>
          <p:cNvSpPr/>
          <p:nvPr userDrawn="1"/>
        </p:nvSpPr>
        <p:spPr>
          <a:xfrm>
            <a:off x="0" y="2367816"/>
            <a:ext cx="12192000" cy="449018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F3268170-1CBC-F639-E57F-1E8E8162B6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5191125"/>
            <a:ext cx="3721100" cy="166687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12285" y="943524"/>
            <a:ext cx="10367433" cy="326189"/>
          </a:xfrm>
        </p:spPr>
        <p:txBody>
          <a:bodyPr lIns="0" tIns="0" rIns="0" bIns="0">
            <a:noAutofit/>
          </a:bodyPr>
          <a:lstStyle>
            <a:lvl1pPr>
              <a:defRPr sz="2800" b="1" spc="-15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01.</a:t>
            </a:r>
            <a:endParaRPr lang="ko-KR" alt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12284" y="2756783"/>
            <a:ext cx="10367433" cy="17586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400" b="0" spc="-15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 dirty="0"/>
              <a:t>1-1. </a:t>
            </a:r>
            <a:r>
              <a:rPr lang="ko-KR" altLang="en-US" dirty="0"/>
              <a:t>소제목</a:t>
            </a:r>
            <a:endParaRPr lang="en-US" altLang="ko-KR" dirty="0"/>
          </a:p>
          <a:p>
            <a:pPr lvl="0"/>
            <a:r>
              <a:rPr lang="en-US" altLang="ko-KR" dirty="0"/>
              <a:t>1-2. </a:t>
            </a:r>
            <a:r>
              <a:rPr lang="ko-KR" altLang="en-US" dirty="0"/>
              <a:t>소제목</a:t>
            </a:r>
            <a:endParaRPr lang="en-US" altLang="ko-KR" dirty="0"/>
          </a:p>
          <a:p>
            <a:pPr lvl="0"/>
            <a:r>
              <a:rPr lang="en-US" altLang="ko-KR" dirty="0"/>
              <a:t>1-3. </a:t>
            </a:r>
            <a:r>
              <a:rPr lang="ko-KR" altLang="en-US" dirty="0"/>
              <a:t>소제목</a:t>
            </a:r>
            <a:endParaRPr lang="en-US" altLang="ko-KR" dirty="0"/>
          </a:p>
          <a:p>
            <a:pPr lvl="0"/>
            <a:r>
              <a:rPr lang="en-US" altLang="ko-KR" dirty="0"/>
              <a:t>1-4. </a:t>
            </a:r>
            <a:r>
              <a:rPr lang="ko-KR" altLang="en-US" dirty="0"/>
              <a:t>소제목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912284" y="1414383"/>
            <a:ext cx="10367433" cy="48257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800" b="1" spc="-15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ko-KR" altLang="en-US" dirty="0"/>
              <a:t>제목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13E959DF-762F-DEA1-513E-519F9C28FDB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87427" y="307156"/>
            <a:ext cx="2057400" cy="2952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A78F0D-C43E-AFF4-77A6-C7553A0CBB70}"/>
              </a:ext>
            </a:extLst>
          </p:cNvPr>
          <p:cNvSpPr txBox="1"/>
          <p:nvPr userDrawn="1"/>
        </p:nvSpPr>
        <p:spPr>
          <a:xfrm>
            <a:off x="5502889" y="6594160"/>
            <a:ext cx="5968169" cy="15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indent="0" algn="r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© </a:t>
            </a:r>
            <a:r>
              <a:rPr lang="en-US" altLang="ko-KR" sz="7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Younglimwon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Soft Lab. Co., Ltd. All rights reserved.</a:t>
            </a:r>
            <a:endParaRPr lang="ko-KR" altLang="en-US" sz="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505A46-ED1B-C278-C528-3DD57B6E28CF}"/>
              </a:ext>
            </a:extLst>
          </p:cNvPr>
          <p:cNvSpPr txBox="1"/>
          <p:nvPr userDrawn="1"/>
        </p:nvSpPr>
        <p:spPr>
          <a:xfrm>
            <a:off x="11444140" y="6537491"/>
            <a:ext cx="576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63F9F94-0DD2-4D1A-94AC-D2F8E17589FC}" type="slidenum">
              <a:rPr lang="en-US" altLang="ko-KR" sz="800" spc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/>
              <a:t>‹#›</a:t>
            </a:fld>
            <a:endParaRPr lang="en-US" altLang="ko-KR" sz="800" spc="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13224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컨텐츠-순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5197C3-6FA5-9520-3B08-BCB82235F4B1}"/>
              </a:ext>
            </a:extLst>
          </p:cNvPr>
          <p:cNvSpPr txBox="1"/>
          <p:nvPr userDrawn="1"/>
        </p:nvSpPr>
        <p:spPr>
          <a:xfrm>
            <a:off x="5502889" y="6594160"/>
            <a:ext cx="5968169" cy="15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ko-KR"/>
            </a:defPPr>
            <a:lvl1pPr lvl="0" indent="0" algn="r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700" b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ko-KR" sz="700" dirty="0"/>
              <a:t>© </a:t>
            </a:r>
            <a:r>
              <a:rPr lang="en-US" altLang="ko-KR" sz="700" dirty="0" err="1"/>
              <a:t>Younglimwon</a:t>
            </a:r>
            <a:r>
              <a:rPr lang="en-US" altLang="ko-KR" sz="700" dirty="0"/>
              <a:t> Soft Lab. Co., Ltd. All rights reserved.</a:t>
            </a:r>
            <a:endParaRPr lang="ko-KR" altLang="en-US" sz="7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4EC3D6-E0F8-6B13-78C6-8571F7EFC291}"/>
              </a:ext>
            </a:extLst>
          </p:cNvPr>
          <p:cNvSpPr/>
          <p:nvPr userDrawn="1"/>
        </p:nvSpPr>
        <p:spPr>
          <a:xfrm>
            <a:off x="0" y="1"/>
            <a:ext cx="12192000" cy="59389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78367" y="85965"/>
            <a:ext cx="8268979" cy="438003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16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제목</a:t>
            </a:r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11444140" y="6537491"/>
            <a:ext cx="576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63F9F94-0DD2-4D1A-94AC-D2F8E17589FC}" type="slidenum">
              <a:rPr lang="en-US" altLang="ko-KR" sz="800" spc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/>
              <a:t>‹#›</a:t>
            </a:fld>
            <a:endParaRPr lang="en-US" altLang="ko-KR" sz="800" spc="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26" hasCustomPrompt="1"/>
          </p:nvPr>
        </p:nvSpPr>
        <p:spPr>
          <a:xfrm>
            <a:off x="478368" y="758892"/>
            <a:ext cx="11235267" cy="2670109"/>
          </a:xfrm>
        </p:spPr>
        <p:txBody>
          <a:bodyPr lIns="0">
            <a:normAutofit/>
          </a:bodyPr>
          <a:lstStyle>
            <a:lvl1pPr marL="228600" indent="-228600">
              <a:buFont typeface="+mj-lt"/>
              <a:buAutoNum type="arabicPeriod"/>
              <a:defRPr sz="1050" b="1" spc="-15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68000" indent="-228600">
              <a:buFont typeface="+mj-lt"/>
              <a:buAutoNum type="arabicParenR"/>
              <a:defRPr lang="en-US" altLang="ko-KR" sz="1000" kern="1200" spc="-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02000" marR="0" indent="-228600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 sz="900" spc="-150" baseline="0">
                <a:solidFill>
                  <a:schemeClr val="tx1"/>
                </a:solidFill>
              </a:defRPr>
            </a:lvl3pPr>
          </a:lstStyle>
          <a:p>
            <a:pPr lvl="0"/>
            <a:r>
              <a:rPr lang="ko-KR" altLang="en-US" dirty="0"/>
              <a:t>순서 </a:t>
            </a:r>
            <a:r>
              <a:rPr lang="en-US" altLang="ko-KR" dirty="0"/>
              <a:t>1</a:t>
            </a:r>
          </a:p>
          <a:p>
            <a:pPr lvl="1"/>
            <a:r>
              <a:rPr lang="ko-KR" altLang="en-US" dirty="0"/>
              <a:t>순서 </a:t>
            </a:r>
            <a:r>
              <a:rPr lang="en-US" altLang="ko-KR" dirty="0"/>
              <a:t>2</a:t>
            </a:r>
          </a:p>
          <a:p>
            <a:pPr lvl="2"/>
            <a:r>
              <a:rPr lang="ko-KR" altLang="en-US" dirty="0"/>
              <a:t>순서 </a:t>
            </a:r>
            <a:r>
              <a:rPr lang="en-US" altLang="ko-K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42388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컨텐츠-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3ED98A8-D33E-0BB5-92CC-9C9954E3375A}"/>
              </a:ext>
            </a:extLst>
          </p:cNvPr>
          <p:cNvSpPr/>
          <p:nvPr userDrawn="1"/>
        </p:nvSpPr>
        <p:spPr>
          <a:xfrm>
            <a:off x="0" y="1"/>
            <a:ext cx="12192000" cy="59389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78367" y="88998"/>
            <a:ext cx="10049044" cy="4392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en-US" sz="1600" b="1" spc="-15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0">
              <a:buFont typeface="+mj-lt"/>
            </a:pPr>
            <a:r>
              <a:rPr lang="ko-KR" altLang="en-US" dirty="0"/>
              <a:t>제목</a:t>
            </a:r>
            <a:endParaRPr 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26" hasCustomPrompt="1"/>
          </p:nvPr>
        </p:nvSpPr>
        <p:spPr>
          <a:xfrm>
            <a:off x="478368" y="757556"/>
            <a:ext cx="11235267" cy="2671444"/>
          </a:xfrm>
        </p:spPr>
        <p:txBody>
          <a:bodyPr lIns="0">
            <a:normAutofit/>
          </a:bodyPr>
          <a:lstStyle>
            <a:lvl1pPr marL="228600" indent="-228600">
              <a:buFont typeface="+mj-lt"/>
              <a:buAutoNum type="arabicPeriod"/>
              <a:defRPr sz="1050" b="1" spc="-15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23450" indent="-171450">
              <a:buFontTx/>
              <a:buChar char="-"/>
              <a:defRPr sz="1000" spc="-150" baseline="0">
                <a:solidFill>
                  <a:schemeClr val="tx1"/>
                </a:solidFill>
              </a:defRPr>
            </a:lvl2pPr>
            <a:lvl3pPr marL="1143000" marR="0" indent="-228600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 sz="900">
                <a:solidFill>
                  <a:schemeClr val="tx1"/>
                </a:solidFill>
              </a:defRPr>
            </a:lvl3pPr>
          </a:lstStyle>
          <a:p>
            <a:pPr lvl="0"/>
            <a:r>
              <a:rPr lang="ko-KR" altLang="en-US" dirty="0"/>
              <a:t>순서 </a:t>
            </a:r>
            <a:r>
              <a:rPr lang="en-US" altLang="ko-KR" dirty="0"/>
              <a:t>1</a:t>
            </a:r>
            <a:endParaRPr lang="ko-KR" altLang="en-US" dirty="0"/>
          </a:p>
          <a:p>
            <a:pPr lvl="1"/>
            <a:r>
              <a:rPr lang="ko-KR" altLang="en-US" dirty="0"/>
              <a:t>내용</a:t>
            </a:r>
            <a:endParaRPr lang="en-US" altLang="ko-KR" dirty="0"/>
          </a:p>
          <a:p>
            <a:pPr lvl="1"/>
            <a:r>
              <a:rPr lang="ko-KR" altLang="en-US" dirty="0"/>
              <a:t>내용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B97A53-50F7-F7FE-9FA0-56AF38896AFE}"/>
              </a:ext>
            </a:extLst>
          </p:cNvPr>
          <p:cNvSpPr txBox="1"/>
          <p:nvPr userDrawn="1"/>
        </p:nvSpPr>
        <p:spPr>
          <a:xfrm>
            <a:off x="5502889" y="6594160"/>
            <a:ext cx="5968169" cy="15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ko-KR"/>
            </a:defPPr>
            <a:lvl1pPr lvl="0" indent="0" algn="r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700" b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ko-KR" sz="700" dirty="0"/>
              <a:t>© </a:t>
            </a:r>
            <a:r>
              <a:rPr lang="en-US" altLang="ko-KR" sz="700" dirty="0" err="1"/>
              <a:t>Younglimwon</a:t>
            </a:r>
            <a:r>
              <a:rPr lang="en-US" altLang="ko-KR" sz="700" dirty="0"/>
              <a:t> Soft Lab. Co., Ltd. All rights reserved.</a:t>
            </a:r>
            <a:endParaRPr lang="ko-KR" altLang="en-US" sz="7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9D2251-49E3-E12B-2ADD-ACAD7B10D473}"/>
              </a:ext>
            </a:extLst>
          </p:cNvPr>
          <p:cNvSpPr txBox="1"/>
          <p:nvPr userDrawn="1"/>
        </p:nvSpPr>
        <p:spPr>
          <a:xfrm>
            <a:off x="11444140" y="6537491"/>
            <a:ext cx="576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63F9F94-0DD2-4D1A-94AC-D2F8E17589FC}" type="slidenum">
              <a:rPr lang="en-US" altLang="ko-KR" sz="800" spc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/>
              <a:t>‹#›</a:t>
            </a:fld>
            <a:endParaRPr lang="en-US" altLang="ko-KR" sz="800" spc="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576729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컨텐츠-그림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3ED98A8-D33E-0BB5-92CC-9C9954E3375A}"/>
              </a:ext>
            </a:extLst>
          </p:cNvPr>
          <p:cNvSpPr/>
          <p:nvPr userDrawn="1"/>
        </p:nvSpPr>
        <p:spPr>
          <a:xfrm>
            <a:off x="0" y="1"/>
            <a:ext cx="12192000" cy="59389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78367" y="88998"/>
            <a:ext cx="10049044" cy="4392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en-US" sz="1600" b="1" spc="-15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0">
              <a:buFont typeface="+mj-lt"/>
            </a:pPr>
            <a:r>
              <a:rPr lang="ko-KR" altLang="en-US" dirty="0"/>
              <a:t>제목</a:t>
            </a:r>
            <a:endParaRPr 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26" hasCustomPrompt="1"/>
          </p:nvPr>
        </p:nvSpPr>
        <p:spPr>
          <a:xfrm>
            <a:off x="478368" y="757556"/>
            <a:ext cx="11235267" cy="5695632"/>
          </a:xfrm>
        </p:spPr>
        <p:txBody>
          <a:bodyPr lIns="0">
            <a:normAutofit/>
          </a:bodyPr>
          <a:lstStyle>
            <a:lvl1pPr marL="228600" indent="-228600">
              <a:lnSpc>
                <a:spcPct val="100000"/>
              </a:lnSpc>
              <a:buFont typeface="+mj-lt"/>
              <a:buAutoNum type="arabicPeriod"/>
              <a:defRPr sz="1050" b="1" spc="-15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23450" indent="-171450">
              <a:lnSpc>
                <a:spcPct val="100000"/>
              </a:lnSpc>
              <a:buFontTx/>
              <a:buChar char="-"/>
              <a:defRPr sz="1000" spc="-150" baseline="0">
                <a:solidFill>
                  <a:schemeClr val="tx1"/>
                </a:solidFill>
              </a:defRPr>
            </a:lvl2pPr>
            <a:lvl3pPr marL="1143000" marR="0" indent="-228600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 sz="900">
                <a:solidFill>
                  <a:schemeClr val="tx1"/>
                </a:solidFill>
              </a:defRPr>
            </a:lvl3pPr>
          </a:lstStyle>
          <a:p>
            <a:pPr lvl="0"/>
            <a:r>
              <a:rPr lang="ko-KR" altLang="en-US" dirty="0"/>
              <a:t>순서 </a:t>
            </a:r>
            <a:r>
              <a:rPr lang="en-US" altLang="ko-KR" dirty="0"/>
              <a:t>1</a:t>
            </a:r>
            <a:endParaRPr lang="ko-KR" altLang="en-US" dirty="0"/>
          </a:p>
          <a:p>
            <a:pPr lvl="1"/>
            <a:r>
              <a:rPr lang="ko-KR" altLang="en-US" dirty="0"/>
              <a:t>내용</a:t>
            </a:r>
            <a:endParaRPr lang="en-US" altLang="ko-KR" dirty="0"/>
          </a:p>
          <a:p>
            <a:pPr lvl="1"/>
            <a:r>
              <a:rPr lang="ko-KR" altLang="en-US" dirty="0"/>
              <a:t>내용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2CBB5C-B7E3-6820-43DF-6CDDF4B80D28}"/>
              </a:ext>
            </a:extLst>
          </p:cNvPr>
          <p:cNvSpPr txBox="1"/>
          <p:nvPr userDrawn="1"/>
        </p:nvSpPr>
        <p:spPr>
          <a:xfrm>
            <a:off x="5502889" y="6594160"/>
            <a:ext cx="5968169" cy="15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ko-KR"/>
            </a:defPPr>
            <a:lvl1pPr lvl="0" indent="0" algn="r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700" b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ko-KR" sz="700" dirty="0"/>
              <a:t>© </a:t>
            </a:r>
            <a:r>
              <a:rPr lang="en-US" altLang="ko-KR" sz="700" dirty="0" err="1"/>
              <a:t>Younglimwon</a:t>
            </a:r>
            <a:r>
              <a:rPr lang="en-US" altLang="ko-KR" sz="700" dirty="0"/>
              <a:t> Soft Lab. Co., Ltd.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841627-D01E-8883-29B5-80C77DFFAE9A}"/>
              </a:ext>
            </a:extLst>
          </p:cNvPr>
          <p:cNvSpPr txBox="1"/>
          <p:nvPr userDrawn="1"/>
        </p:nvSpPr>
        <p:spPr>
          <a:xfrm>
            <a:off x="11444140" y="6537491"/>
            <a:ext cx="576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63F9F94-0DD2-4D1A-94AC-D2F8E17589FC}" type="slidenum">
              <a:rPr lang="en-US" altLang="ko-KR" sz="800" spc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/>
              <a:t>‹#›</a:t>
            </a:fld>
            <a:endParaRPr lang="en-US" altLang="ko-KR" sz="800" spc="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83428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732A-2647-4119-B5CC-B6556A78273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2DEF-6B07-4BAF-9550-8785B68A7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0048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732A-2647-4119-B5CC-B6556A78273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2DEF-6B07-4BAF-9550-8785B68A7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3474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732A-2647-4119-B5CC-B6556A78273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2DEF-6B07-4BAF-9550-8785B68A7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11633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732A-2647-4119-B5CC-B6556A78273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2DEF-6B07-4BAF-9550-8785B68A7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0902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732A-2647-4119-B5CC-B6556A78273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2DEF-6B07-4BAF-9550-8785B68A7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4177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732A-2647-4119-B5CC-B6556A78273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2DEF-6B07-4BAF-9550-8785B68A7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78120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732A-2647-4119-B5CC-B6556A78273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2DEF-6B07-4BAF-9550-8785B68A7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85714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732A-2647-4119-B5CC-B6556A78273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2DEF-6B07-4BAF-9550-8785B68A7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26688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732A-2647-4119-B5CC-B6556A78273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2DEF-6B07-4BAF-9550-8785B68A7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72498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732A-2647-4119-B5CC-B6556A78273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2DEF-6B07-4BAF-9550-8785B68A7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98791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732A-2647-4119-B5CC-B6556A78273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2DEF-6B07-4BAF-9550-8785B68A7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64063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레이아웃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10955" y="214963"/>
            <a:ext cx="10049044" cy="549274"/>
          </a:xfrm>
        </p:spPr>
        <p:txBody>
          <a:bodyPr>
            <a:normAutofit/>
          </a:bodyPr>
          <a:lstStyle>
            <a:lvl1pPr>
              <a:defRPr sz="2200" b="1" spc="-300">
                <a:solidFill>
                  <a:srgbClr val="5F5F5F"/>
                </a:solidFill>
              </a:defRPr>
            </a:lvl1pPr>
          </a:lstStyle>
          <a:p>
            <a:r>
              <a:rPr lang="ko-KR" altLang="en-US" dirty="0"/>
              <a:t>제목</a:t>
            </a:r>
            <a:endParaRPr 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510955" y="710214"/>
            <a:ext cx="11681045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-227179" y="6579869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63F9F94-0DD2-4D1A-94AC-D2F8E17589FC}" type="slidenum">
              <a:rPr lang="en-US" altLang="ko-KR" sz="800" spc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pPr algn="r"/>
              <a:t>‹#›</a:t>
            </a:fld>
            <a:endParaRPr lang="en-US" altLang="ko-KR" sz="800" spc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9" name="그래픽 10">
            <a:extLst>
              <a:ext uri="{FF2B5EF4-FFF2-40B4-BE49-F238E27FC236}">
                <a16:creationId xmlns:a16="http://schemas.microsoft.com/office/drawing/2014/main" id="{A4747E21-AAD5-05A3-EA09-AB3FC43622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94482" y="6483098"/>
            <a:ext cx="1445392" cy="28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96533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제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743511" y="1487223"/>
            <a:ext cx="10708800" cy="22320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000" b="1" spc="-30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dirty="0"/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텍스트 개체 틀 5"/>
          <p:cNvSpPr>
            <a:spLocks noGrp="1"/>
          </p:cNvSpPr>
          <p:nvPr>
            <p:ph type="body" sz="quarter" idx="15"/>
          </p:nvPr>
        </p:nvSpPr>
        <p:spPr>
          <a:xfrm>
            <a:off x="743511" y="4549909"/>
            <a:ext cx="10708800" cy="87788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Tx/>
              <a:buNone/>
              <a:defRPr sz="1000" b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날짜</a:t>
            </a:r>
            <a:r>
              <a:rPr lang="en-US" altLang="ko-KR" dirty="0"/>
              <a:t>, </a:t>
            </a:r>
            <a:r>
              <a:rPr lang="ko-KR" altLang="en-US" dirty="0"/>
              <a:t>소속부서</a:t>
            </a:r>
            <a:r>
              <a:rPr lang="en-US" altLang="ko-KR" dirty="0"/>
              <a:t>, </a:t>
            </a:r>
            <a:r>
              <a:rPr lang="ko-KR" altLang="en-US" dirty="0"/>
              <a:t>작성자</a:t>
            </a:r>
            <a:endParaRPr lang="en-US" altLang="ko-KR" dirty="0"/>
          </a:p>
          <a:p>
            <a:r>
              <a:rPr lang="ko-KR" altLang="en-US" dirty="0" err="1"/>
              <a:t>나눔명조</a:t>
            </a:r>
            <a:r>
              <a:rPr lang="ko-KR" altLang="en-US" dirty="0"/>
              <a:t> </a:t>
            </a:r>
            <a:r>
              <a:rPr lang="en-US" altLang="ko-KR" dirty="0"/>
              <a:t>R, 9pt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743511" y="4316650"/>
            <a:ext cx="6689332" cy="0"/>
          </a:xfrm>
          <a:prstGeom prst="line">
            <a:avLst/>
          </a:prstGeom>
          <a:ln w="19050">
            <a:solidFill>
              <a:srgbClr val="0096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63F9F94-0DD2-4D1A-94AC-D2F8E17589FC}" type="slidenum">
              <a:rPr lang="en-US" altLang="ko-KR" sz="800" spc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pPr algn="r"/>
              <a:t>‹#›</a:t>
            </a:fld>
            <a:endParaRPr lang="en-US" altLang="ko-KR" sz="800" spc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2" name="텍스트 개체 틀 5"/>
          <p:cNvSpPr>
            <a:spLocks noGrp="1"/>
          </p:cNvSpPr>
          <p:nvPr>
            <p:ph type="body" sz="quarter" idx="16" hasCustomPrompt="1"/>
          </p:nvPr>
        </p:nvSpPr>
        <p:spPr>
          <a:xfrm>
            <a:off x="743511" y="6463620"/>
            <a:ext cx="4695181" cy="2353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800" b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Copyright 2016 </a:t>
            </a:r>
            <a:r>
              <a:rPr lang="en-US" altLang="ko-KR" dirty="0" err="1"/>
              <a:t>YounglimwonSoftLab</a:t>
            </a:r>
            <a:r>
              <a:rPr lang="en-US" altLang="ko-KR" dirty="0"/>
              <a:t> </a:t>
            </a:r>
            <a:r>
              <a:rPr lang="en-US" altLang="ko-KR" dirty="0" err="1"/>
              <a:t>co.ltd</a:t>
            </a:r>
            <a:r>
              <a:rPr lang="en-US" altLang="ko-KR" dirty="0"/>
              <a:t>. all right reserved.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102493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레이아웃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510955" y="710214"/>
            <a:ext cx="11681045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텍스트 개체 틀 18"/>
          <p:cNvSpPr>
            <a:spLocks noGrp="1"/>
          </p:cNvSpPr>
          <p:nvPr>
            <p:ph type="body" sz="quarter" idx="16" hasCustomPrompt="1"/>
          </p:nvPr>
        </p:nvSpPr>
        <p:spPr>
          <a:xfrm>
            <a:off x="510955" y="1536796"/>
            <a:ext cx="11114644" cy="452560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ts val="2500"/>
              </a:lnSpc>
              <a:buNone/>
              <a:defRPr sz="1400" b="0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</a:t>
            </a:r>
          </a:p>
        </p:txBody>
      </p:sp>
      <p:sp>
        <p:nvSpPr>
          <p:cNvPr id="7" name="텍스트 개체 틀 18"/>
          <p:cNvSpPr>
            <a:spLocks noGrp="1"/>
          </p:cNvSpPr>
          <p:nvPr>
            <p:ph type="body" sz="quarter" idx="17" hasCustomPrompt="1"/>
          </p:nvPr>
        </p:nvSpPr>
        <p:spPr>
          <a:xfrm>
            <a:off x="510954" y="1007453"/>
            <a:ext cx="6278899" cy="3960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ts val="1500"/>
              </a:lnSpc>
              <a:buNone/>
              <a:defRPr sz="1200" b="1" spc="-70" baseline="0">
                <a:solidFill>
                  <a:srgbClr val="009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63F9F94-0DD2-4D1A-94AC-D2F8E17589FC}" type="slidenum">
              <a:rPr lang="en-US" altLang="ko-KR" sz="800" spc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pPr algn="r"/>
              <a:t>‹#›</a:t>
            </a:fld>
            <a:endParaRPr lang="en-US" altLang="ko-KR" sz="800" spc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975529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레이아웃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10955" y="214963"/>
            <a:ext cx="10049044" cy="549274"/>
          </a:xfrm>
        </p:spPr>
        <p:txBody>
          <a:bodyPr>
            <a:normAutofit/>
          </a:bodyPr>
          <a:lstStyle>
            <a:lvl1pPr marL="0" indent="0">
              <a:defRPr sz="2200" b="1" spc="-300">
                <a:solidFill>
                  <a:srgbClr val="5F5F5F"/>
                </a:solidFill>
              </a:defRPr>
            </a:lvl1pPr>
          </a:lstStyle>
          <a:p>
            <a:r>
              <a:rPr lang="ko-KR" altLang="en-US" dirty="0"/>
              <a:t>제목</a:t>
            </a:r>
            <a:endParaRPr 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510955" y="710214"/>
            <a:ext cx="11681045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텍스트 개체 틀 18"/>
          <p:cNvSpPr>
            <a:spLocks noGrp="1"/>
          </p:cNvSpPr>
          <p:nvPr>
            <p:ph type="body" sz="quarter" idx="17" hasCustomPrompt="1"/>
          </p:nvPr>
        </p:nvSpPr>
        <p:spPr>
          <a:xfrm>
            <a:off x="510954" y="1007453"/>
            <a:ext cx="6278899" cy="3960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ts val="1500"/>
              </a:lnSpc>
              <a:buNone/>
              <a:defRPr sz="1200" b="1" spc="-70" baseline="0">
                <a:solidFill>
                  <a:srgbClr val="009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8"/>
          </p:nvPr>
        </p:nvSpPr>
        <p:spPr>
          <a:xfrm>
            <a:off x="510118" y="1531435"/>
            <a:ext cx="11294533" cy="495191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63F9F94-0DD2-4D1A-94AC-D2F8E17589FC}" type="slidenum">
              <a:rPr lang="en-US" altLang="ko-KR" sz="800" spc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pPr algn="r"/>
              <a:t>‹#›</a:t>
            </a:fld>
            <a:endParaRPr lang="en-US" altLang="ko-KR" sz="800" spc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6875290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레이아웃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10955" y="214963"/>
            <a:ext cx="10049044" cy="549274"/>
          </a:xfrm>
        </p:spPr>
        <p:txBody>
          <a:bodyPr>
            <a:normAutofit/>
          </a:bodyPr>
          <a:lstStyle>
            <a:lvl1pPr>
              <a:defRPr sz="2200" b="1" spc="-300">
                <a:solidFill>
                  <a:srgbClr val="5F5F5F"/>
                </a:solidFill>
              </a:defRPr>
            </a:lvl1pPr>
          </a:lstStyle>
          <a:p>
            <a:r>
              <a:rPr lang="ko-KR" altLang="en-US" dirty="0"/>
              <a:t>제목</a:t>
            </a:r>
            <a:endParaRPr 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510955" y="710214"/>
            <a:ext cx="11681045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텍스트 개체 틀 18"/>
          <p:cNvSpPr>
            <a:spLocks noGrp="1"/>
          </p:cNvSpPr>
          <p:nvPr>
            <p:ph type="body" sz="quarter" idx="17" hasCustomPrompt="1"/>
          </p:nvPr>
        </p:nvSpPr>
        <p:spPr>
          <a:xfrm>
            <a:off x="510955" y="1001593"/>
            <a:ext cx="4922645" cy="31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ts val="1500"/>
              </a:lnSpc>
              <a:buNone/>
              <a:defRPr sz="1050" b="1" spc="-70" baseline="0">
                <a:solidFill>
                  <a:srgbClr val="009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</a:t>
            </a:r>
          </a:p>
        </p:txBody>
      </p:sp>
      <p:sp>
        <p:nvSpPr>
          <p:cNvPr id="15" name="텍스트 개체 틀 18"/>
          <p:cNvSpPr>
            <a:spLocks noGrp="1"/>
          </p:cNvSpPr>
          <p:nvPr>
            <p:ph type="body" sz="quarter" idx="22" hasCustomPrompt="1"/>
          </p:nvPr>
        </p:nvSpPr>
        <p:spPr>
          <a:xfrm>
            <a:off x="6438874" y="1001593"/>
            <a:ext cx="5445847" cy="31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228600" indent="-139700">
              <a:lnSpc>
                <a:spcPts val="1500"/>
              </a:lnSpc>
              <a:buNone/>
              <a:defRPr sz="1050" b="1" spc="-70" baseline="0">
                <a:solidFill>
                  <a:srgbClr val="009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</a:t>
            </a:r>
          </a:p>
        </p:txBody>
      </p:sp>
      <p:sp>
        <p:nvSpPr>
          <p:cNvPr id="4" name="그림 개체 틀 3"/>
          <p:cNvSpPr>
            <a:spLocks noGrp="1"/>
          </p:cNvSpPr>
          <p:nvPr>
            <p:ph type="pic" sz="quarter" idx="23"/>
          </p:nvPr>
        </p:nvSpPr>
        <p:spPr>
          <a:xfrm>
            <a:off x="510118" y="1436804"/>
            <a:ext cx="4923367" cy="512011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24"/>
          </p:nvPr>
        </p:nvSpPr>
        <p:spPr>
          <a:xfrm>
            <a:off x="6438874" y="1436804"/>
            <a:ext cx="5445847" cy="5120115"/>
          </a:xfrm>
        </p:spPr>
        <p:txBody>
          <a:bodyPr>
            <a:normAutofit/>
          </a:bodyPr>
          <a:lstStyle>
            <a:lvl1pPr marL="177800" indent="-177800">
              <a:buFont typeface="+mj-lt"/>
              <a:buAutoNum type="arabicPeriod"/>
              <a:tabLst/>
              <a:defRPr sz="1050" b="1" spc="-50" baseline="0"/>
            </a:lvl1pPr>
            <a:lvl2pPr marL="268288" indent="-90488">
              <a:lnSpc>
                <a:spcPct val="100000"/>
              </a:lnSpc>
              <a:spcBef>
                <a:spcPts val="300"/>
              </a:spcBef>
              <a:buSzPct val="80000"/>
              <a:buFont typeface="Calibri" panose="020F0502020204030204" pitchFamily="34" charset="0"/>
              <a:buChar char="⁻"/>
              <a:defRPr sz="950" spc="-7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내용</a:t>
            </a:r>
            <a:endParaRPr lang="en-US" altLang="ko-KR" dirty="0"/>
          </a:p>
          <a:p>
            <a:pPr lvl="1"/>
            <a:r>
              <a:rPr lang="ko-KR" altLang="en-US" dirty="0"/>
              <a:t>내용</a:t>
            </a:r>
            <a:endParaRPr lang="en-US" altLang="ko-KR" dirty="0"/>
          </a:p>
          <a:p>
            <a:pPr lvl="1"/>
            <a:r>
              <a:rPr lang="ko-KR" altLang="en-US" dirty="0"/>
              <a:t>내용</a:t>
            </a:r>
            <a:endParaRPr lang="en-US" altLang="ko-KR" dirty="0"/>
          </a:p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내용</a:t>
            </a:r>
            <a:endParaRPr lang="en-US" altLang="ko-KR" dirty="0"/>
          </a:p>
          <a:p>
            <a:pPr lvl="1"/>
            <a:r>
              <a:rPr lang="ko-KR" altLang="en-US" dirty="0"/>
              <a:t>내용</a:t>
            </a:r>
            <a:endParaRPr lang="en-US" altLang="ko-KR" dirty="0"/>
          </a:p>
          <a:p>
            <a:pPr lvl="1"/>
            <a:r>
              <a:rPr lang="ko-KR" altLang="en-US" dirty="0"/>
              <a:t>내용</a:t>
            </a:r>
            <a:endParaRPr lang="en-US" altLang="ko-KR" dirty="0"/>
          </a:p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내용</a:t>
            </a:r>
            <a:endParaRPr lang="en-US" altLang="ko-KR" dirty="0"/>
          </a:p>
          <a:p>
            <a:pPr lvl="1"/>
            <a:r>
              <a:rPr lang="ko-KR" altLang="en-US" dirty="0"/>
              <a:t>내용</a:t>
            </a:r>
            <a:endParaRPr lang="en-US" altLang="ko-KR" dirty="0"/>
          </a:p>
          <a:p>
            <a:pPr lvl="1"/>
            <a:r>
              <a:rPr lang="ko-KR" altLang="en-US" dirty="0"/>
              <a:t>내용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/>
          <p:nvPr userDrawn="1"/>
        </p:nvCxnSpPr>
        <p:spPr>
          <a:xfrm>
            <a:off x="6086347" y="1001594"/>
            <a:ext cx="0" cy="5555325"/>
          </a:xfrm>
          <a:prstGeom prst="line">
            <a:avLst/>
          </a:prstGeom>
          <a:ln w="9525">
            <a:solidFill>
              <a:srgbClr val="0096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 userDrawn="1"/>
        </p:nvCxnSpPr>
        <p:spPr>
          <a:xfrm>
            <a:off x="510118" y="1296091"/>
            <a:ext cx="492336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 userDrawn="1"/>
        </p:nvCxnSpPr>
        <p:spPr>
          <a:xfrm>
            <a:off x="6438874" y="1296091"/>
            <a:ext cx="544584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63F9F94-0DD2-4D1A-94AC-D2F8E17589FC}" type="slidenum">
              <a:rPr lang="en-US" altLang="ko-KR" sz="800" spc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pPr algn="r"/>
              <a:t>‹#›</a:t>
            </a:fld>
            <a:endParaRPr lang="en-US" altLang="ko-KR" sz="800" spc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2297349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레이아웃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10955" y="214963"/>
            <a:ext cx="10049044" cy="549274"/>
          </a:xfrm>
        </p:spPr>
        <p:txBody>
          <a:bodyPr>
            <a:normAutofit/>
          </a:bodyPr>
          <a:lstStyle>
            <a:lvl1pPr>
              <a:defRPr sz="2200" b="1" spc="-300">
                <a:solidFill>
                  <a:srgbClr val="5F5F5F"/>
                </a:solidFill>
              </a:defRPr>
            </a:lvl1pPr>
          </a:lstStyle>
          <a:p>
            <a:r>
              <a:rPr lang="ko-KR" altLang="en-US" dirty="0"/>
              <a:t>제목</a:t>
            </a:r>
            <a:endParaRPr 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510955" y="710214"/>
            <a:ext cx="11681045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텍스트 개체 틀 18"/>
          <p:cNvSpPr>
            <a:spLocks noGrp="1"/>
          </p:cNvSpPr>
          <p:nvPr>
            <p:ph type="body" sz="quarter" idx="17" hasCustomPrompt="1"/>
          </p:nvPr>
        </p:nvSpPr>
        <p:spPr>
          <a:xfrm>
            <a:off x="510954" y="1001593"/>
            <a:ext cx="5445009" cy="31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ts val="1500"/>
              </a:lnSpc>
              <a:buNone/>
              <a:defRPr sz="1050" b="1" spc="-70" baseline="0">
                <a:solidFill>
                  <a:srgbClr val="009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</a:t>
            </a:r>
          </a:p>
        </p:txBody>
      </p:sp>
      <p:sp>
        <p:nvSpPr>
          <p:cNvPr id="15" name="텍스트 개체 틀 18"/>
          <p:cNvSpPr>
            <a:spLocks noGrp="1"/>
          </p:cNvSpPr>
          <p:nvPr>
            <p:ph type="body" sz="quarter" idx="22" hasCustomPrompt="1"/>
          </p:nvPr>
        </p:nvSpPr>
        <p:spPr>
          <a:xfrm>
            <a:off x="510118" y="3820614"/>
            <a:ext cx="5445847" cy="31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228600" indent="-139700">
              <a:lnSpc>
                <a:spcPts val="1500"/>
              </a:lnSpc>
              <a:buNone/>
              <a:defRPr sz="1050" b="1" spc="-70" baseline="0">
                <a:solidFill>
                  <a:srgbClr val="009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</a:t>
            </a:r>
          </a:p>
        </p:txBody>
      </p:sp>
      <p:sp>
        <p:nvSpPr>
          <p:cNvPr id="4" name="그림 개체 틀 3"/>
          <p:cNvSpPr>
            <a:spLocks noGrp="1"/>
          </p:cNvSpPr>
          <p:nvPr>
            <p:ph type="pic" sz="quarter" idx="23"/>
          </p:nvPr>
        </p:nvSpPr>
        <p:spPr>
          <a:xfrm>
            <a:off x="510117" y="1436805"/>
            <a:ext cx="11374603" cy="2102387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24"/>
          </p:nvPr>
        </p:nvSpPr>
        <p:spPr>
          <a:xfrm>
            <a:off x="510117" y="4278125"/>
            <a:ext cx="11374604" cy="229113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tabLst/>
              <a:defRPr sz="1050" b="1" spc="-50" baseline="0"/>
            </a:lvl1pPr>
            <a:lvl2pPr marL="357188" indent="-88900">
              <a:lnSpc>
                <a:spcPct val="100000"/>
              </a:lnSpc>
              <a:spcBef>
                <a:spcPts val="300"/>
              </a:spcBef>
              <a:buSzPct val="80000"/>
              <a:buFont typeface="Calibri" panose="020F0502020204030204" pitchFamily="34" charset="0"/>
              <a:buChar char="⁻"/>
              <a:defRPr sz="950" spc="-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내용</a:t>
            </a:r>
            <a:endParaRPr lang="en-US" altLang="ko-KR" dirty="0"/>
          </a:p>
          <a:p>
            <a:pPr lvl="1"/>
            <a:r>
              <a:rPr lang="ko-KR" altLang="en-US" dirty="0"/>
              <a:t>내용</a:t>
            </a:r>
            <a:endParaRPr lang="en-US" altLang="ko-KR" dirty="0"/>
          </a:p>
          <a:p>
            <a:pPr lvl="1"/>
            <a:r>
              <a:rPr lang="ko-KR" altLang="en-US" dirty="0"/>
              <a:t>내용</a:t>
            </a:r>
            <a:endParaRPr lang="en-US" altLang="ko-KR" dirty="0"/>
          </a:p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내용</a:t>
            </a:r>
            <a:endParaRPr lang="en-US" altLang="ko-KR" dirty="0"/>
          </a:p>
          <a:p>
            <a:pPr lvl="1"/>
            <a:r>
              <a:rPr lang="ko-KR" altLang="en-US" dirty="0"/>
              <a:t>내용</a:t>
            </a:r>
            <a:endParaRPr lang="en-US" altLang="ko-KR" dirty="0"/>
          </a:p>
          <a:p>
            <a:pPr lvl="1"/>
            <a:r>
              <a:rPr lang="ko-KR" altLang="en-US" dirty="0"/>
              <a:t>내용</a:t>
            </a:r>
            <a:endParaRPr lang="en-US" altLang="ko-KR" dirty="0"/>
          </a:p>
        </p:txBody>
      </p:sp>
      <p:cxnSp>
        <p:nvCxnSpPr>
          <p:cNvPr id="25" name="직선 연결선 24"/>
          <p:cNvCxnSpPr/>
          <p:nvPr userDrawn="1"/>
        </p:nvCxnSpPr>
        <p:spPr>
          <a:xfrm>
            <a:off x="5955963" y="1328376"/>
            <a:ext cx="592875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 userDrawn="1"/>
        </p:nvCxnSpPr>
        <p:spPr>
          <a:xfrm>
            <a:off x="5955963" y="4137414"/>
            <a:ext cx="592875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510117" y="3679902"/>
            <a:ext cx="11374603" cy="0"/>
          </a:xfrm>
          <a:prstGeom prst="line">
            <a:avLst/>
          </a:prstGeom>
          <a:ln w="9525">
            <a:solidFill>
              <a:srgbClr val="0096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63F9F94-0DD2-4D1A-94AC-D2F8E17589FC}" type="slidenum">
              <a:rPr lang="en-US" altLang="ko-KR" sz="800" spc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pPr algn="r"/>
              <a:t>‹#›</a:t>
            </a:fld>
            <a:endParaRPr lang="en-US" altLang="ko-KR" sz="800" spc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277399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레이아웃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" y="896528"/>
            <a:ext cx="12181184" cy="596456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40267" y="136358"/>
            <a:ext cx="11690571" cy="493646"/>
          </a:xfrm>
        </p:spPr>
        <p:txBody>
          <a:bodyPr>
            <a:normAutofit/>
          </a:bodyPr>
          <a:lstStyle>
            <a:lvl1pPr>
              <a:defRPr sz="2200" b="1" spc="-300">
                <a:solidFill>
                  <a:srgbClr val="5F5F5F"/>
                </a:solidFill>
              </a:defRPr>
            </a:lvl1pPr>
          </a:lstStyle>
          <a:p>
            <a:r>
              <a:rPr lang="ko-KR" altLang="en-US" dirty="0"/>
              <a:t>제목</a:t>
            </a:r>
            <a:endParaRPr 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340267" y="589899"/>
            <a:ext cx="11533099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텍스트 개체 틀 5"/>
          <p:cNvSpPr>
            <a:spLocks noGrp="1"/>
          </p:cNvSpPr>
          <p:nvPr>
            <p:ph type="body" sz="quarter" idx="16" hasCustomPrompt="1"/>
          </p:nvPr>
        </p:nvSpPr>
        <p:spPr>
          <a:xfrm>
            <a:off x="340267" y="6622646"/>
            <a:ext cx="4695181" cy="2353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800" b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Copyright 2016 </a:t>
            </a:r>
            <a:r>
              <a:rPr lang="en-US" altLang="ko-KR" dirty="0" err="1"/>
              <a:t>YounglimwonSoftLab</a:t>
            </a:r>
            <a:r>
              <a:rPr lang="en-US" altLang="ko-KR" dirty="0"/>
              <a:t> </a:t>
            </a:r>
            <a:r>
              <a:rPr lang="en-US" altLang="ko-KR" dirty="0" err="1"/>
              <a:t>co.ltd</a:t>
            </a:r>
            <a:r>
              <a:rPr lang="en-US" altLang="ko-KR" dirty="0"/>
              <a:t>. all right reserved.</a:t>
            </a:r>
            <a:endParaRPr lang="ko-KR" altLang="en-US" dirty="0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819150" y="630004"/>
            <a:ext cx="10818283" cy="388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200" b="1" kern="1200" spc="-300">
                <a:solidFill>
                  <a:srgbClr val="5F5F5F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8818280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레이아웃">
    <p:bg>
      <p:bgPr>
        <a:solidFill>
          <a:srgbClr val="009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10955" y="214963"/>
            <a:ext cx="10049044" cy="549274"/>
          </a:xfrm>
        </p:spPr>
        <p:txBody>
          <a:bodyPr>
            <a:normAutofit/>
          </a:bodyPr>
          <a:lstStyle>
            <a:lvl1pPr>
              <a:defRPr sz="2200" b="1" spc="-3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제목</a:t>
            </a:r>
            <a:endParaRPr lang="en-US" dirty="0"/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400" y="0"/>
            <a:ext cx="1305600" cy="979200"/>
          </a:xfrm>
          <a:prstGeom prst="rect">
            <a:avLst/>
          </a:prstGeom>
        </p:spPr>
      </p:pic>
      <p:sp>
        <p:nvSpPr>
          <p:cNvPr id="9" name="텍스트 개체 틀 18"/>
          <p:cNvSpPr>
            <a:spLocks noGrp="1"/>
          </p:cNvSpPr>
          <p:nvPr>
            <p:ph type="body" sz="quarter" idx="14" hasCustomPrompt="1"/>
          </p:nvPr>
        </p:nvSpPr>
        <p:spPr>
          <a:xfrm>
            <a:off x="510955" y="1159810"/>
            <a:ext cx="5256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2500"/>
              </a:lnSpc>
              <a:buNone/>
              <a:defRPr sz="1800" b="0" spc="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핵심 내용</a:t>
            </a:r>
          </a:p>
        </p:txBody>
      </p:sp>
      <p:sp>
        <p:nvSpPr>
          <p:cNvPr id="10" name="텍스트 개체 틀 18"/>
          <p:cNvSpPr>
            <a:spLocks noGrp="1"/>
          </p:cNvSpPr>
          <p:nvPr>
            <p:ph type="body" sz="quarter" idx="16" hasCustomPrompt="1"/>
          </p:nvPr>
        </p:nvSpPr>
        <p:spPr>
          <a:xfrm>
            <a:off x="510955" y="1536796"/>
            <a:ext cx="11114644" cy="452560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ts val="2500"/>
              </a:lnSpc>
              <a:buNone/>
              <a:defRPr sz="1600" b="0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</a:t>
            </a: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5613" y="-7639"/>
            <a:ext cx="1389579" cy="1042184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63F9F94-0DD2-4D1A-94AC-D2F8E17589FC}" type="slidenum">
              <a:rPr lang="en-US" altLang="ko-KR" sz="800" spc="0" smtClean="0">
                <a:solidFill>
                  <a:schemeClr val="bg1"/>
                </a:solidFill>
                <a:latin typeface="+mn-lt"/>
                <a:ea typeface="+mn-ea"/>
              </a:rPr>
              <a:pPr algn="r"/>
              <a:t>‹#›</a:t>
            </a:fld>
            <a:endParaRPr lang="en-US" altLang="ko-KR" sz="800" spc="0" dirty="0">
              <a:solidFill>
                <a:schemeClr val="bg1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707478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레이아웃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10955" y="214963"/>
            <a:ext cx="10049044" cy="549274"/>
          </a:xfrm>
        </p:spPr>
        <p:txBody>
          <a:bodyPr>
            <a:normAutofit/>
          </a:bodyPr>
          <a:lstStyle>
            <a:lvl1pPr>
              <a:defRPr sz="2200" b="1" spc="-300">
                <a:solidFill>
                  <a:srgbClr val="5F5F5F"/>
                </a:solidFill>
              </a:defRPr>
            </a:lvl1pPr>
          </a:lstStyle>
          <a:p>
            <a:r>
              <a:rPr lang="ko-KR" altLang="en-US" dirty="0"/>
              <a:t>제목</a:t>
            </a:r>
            <a:endParaRPr 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510955" y="710214"/>
            <a:ext cx="11681045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-227179" y="6579869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63F9F94-0DD2-4D1A-94AC-D2F8E17589FC}" type="slidenum">
              <a:rPr lang="en-US" altLang="ko-KR" sz="800" spc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pPr algn="r"/>
              <a:t>‹#›</a:t>
            </a:fld>
            <a:r>
              <a:rPr lang="en-US" altLang="ko-KR" sz="8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t> </a:t>
            </a:r>
          </a:p>
        </p:txBody>
      </p:sp>
      <p:pic>
        <p:nvPicPr>
          <p:cNvPr id="8" name="그래픽 10">
            <a:extLst>
              <a:ext uri="{FF2B5EF4-FFF2-40B4-BE49-F238E27FC236}">
                <a16:creationId xmlns:a16="http://schemas.microsoft.com/office/drawing/2014/main" id="{A4747E21-AAD5-05A3-EA09-AB3FC43622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0500" y="6500039"/>
            <a:ext cx="20574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0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2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3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19" Type="http://schemas.openxmlformats.org/officeDocument/2006/relationships/theme" Target="../theme/theme9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3" Type="http://schemas.openxmlformats.org/officeDocument/2006/relationships/slideLayout" Target="../slideLayouts/slideLayout53.xml"/><Relationship Id="rId21" Type="http://schemas.openxmlformats.org/officeDocument/2006/relationships/theme" Target="../theme/theme10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2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9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5520C05-1523-41FD-9E68-CCBF0A5B58C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2025-09-22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34B25266-9A09-4147-A43D-444CF9E9ACF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471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5520C05-1523-41FD-9E68-CCBF0A5B58C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2025-09-22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34B25266-9A09-4147-A43D-444CF9E9ACF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378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5520C05-1523-41FD-9E68-CCBF0A5B58C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2025-09-22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34B25266-9A09-4147-A43D-444CF9E9ACF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14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5520C05-1523-41FD-9E68-CCBF0A5B58C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2025-09-22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34B25266-9A09-4147-A43D-444CF9E9ACF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26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5520C05-1523-41FD-9E68-CCBF0A5B58C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2025-09-22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34B25266-9A09-4147-A43D-444CF9E9ACF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413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5520C05-1523-41FD-9E68-CCBF0A5B58C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2025-09-22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34B25266-9A09-4147-A43D-444CF9E9ACF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67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5520C05-1523-41FD-9E68-CCBF0A5B58C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2025-09-22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34B25266-9A09-4147-A43D-444CF9E9ACF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209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5520C05-1523-41FD-9E68-CCBF0A5B58C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2025-09-22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34B25266-9A09-4147-A43D-444CF9E9ACF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69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D732A-2647-4119-B5CC-B6556A78273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12DEF-6B07-4BAF-9550-8785B68A71D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14">
            <a:extLst>
              <a:ext uri="{FF2B5EF4-FFF2-40B4-BE49-F238E27FC236}">
                <a16:creationId xmlns:a16="http://schemas.microsoft.com/office/drawing/2014/main" id="{FD5759CA-C65D-375E-78F4-239B839AB822}"/>
              </a:ext>
            </a:extLst>
          </p:cNvPr>
          <p:cNvSpPr/>
          <p:nvPr userDrawn="1"/>
        </p:nvSpPr>
        <p:spPr>
          <a:xfrm>
            <a:off x="-438935" y="699990"/>
            <a:ext cx="288000" cy="216000"/>
          </a:xfrm>
          <a:prstGeom prst="rect">
            <a:avLst/>
          </a:prstGeom>
          <a:solidFill>
            <a:srgbClr val="3DC8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16">
            <a:extLst>
              <a:ext uri="{FF2B5EF4-FFF2-40B4-BE49-F238E27FC236}">
                <a16:creationId xmlns:a16="http://schemas.microsoft.com/office/drawing/2014/main" id="{52324858-9A92-579B-FA7B-6F01C5B294B6}"/>
              </a:ext>
            </a:extLst>
          </p:cNvPr>
          <p:cNvSpPr/>
          <p:nvPr userDrawn="1"/>
        </p:nvSpPr>
        <p:spPr>
          <a:xfrm>
            <a:off x="-438935" y="0"/>
            <a:ext cx="288000" cy="21600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19">
            <a:extLst>
              <a:ext uri="{FF2B5EF4-FFF2-40B4-BE49-F238E27FC236}">
                <a16:creationId xmlns:a16="http://schemas.microsoft.com/office/drawing/2014/main" id="{D64E56B8-FD51-1D15-D402-E0BC706458B8}"/>
              </a:ext>
            </a:extLst>
          </p:cNvPr>
          <p:cNvSpPr/>
          <p:nvPr userDrawn="1"/>
        </p:nvSpPr>
        <p:spPr>
          <a:xfrm>
            <a:off x="-438935" y="349995"/>
            <a:ext cx="288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20">
            <a:extLst>
              <a:ext uri="{FF2B5EF4-FFF2-40B4-BE49-F238E27FC236}">
                <a16:creationId xmlns:a16="http://schemas.microsoft.com/office/drawing/2014/main" id="{B3F163C6-0489-828F-1D23-F387F420DED6}"/>
              </a:ext>
            </a:extLst>
          </p:cNvPr>
          <p:cNvSpPr/>
          <p:nvPr userDrawn="1"/>
        </p:nvSpPr>
        <p:spPr>
          <a:xfrm>
            <a:off x="-438935" y="1399979"/>
            <a:ext cx="288000" cy="216000"/>
          </a:xfrm>
          <a:prstGeom prst="rect">
            <a:avLst/>
          </a:prstGeom>
          <a:solidFill>
            <a:srgbClr val="FF64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9">
            <a:extLst>
              <a:ext uri="{FF2B5EF4-FFF2-40B4-BE49-F238E27FC236}">
                <a16:creationId xmlns:a16="http://schemas.microsoft.com/office/drawing/2014/main" id="{40947455-2EFB-D642-6550-4B77647AA810}"/>
              </a:ext>
            </a:extLst>
          </p:cNvPr>
          <p:cNvSpPr/>
          <p:nvPr userDrawn="1"/>
        </p:nvSpPr>
        <p:spPr>
          <a:xfrm>
            <a:off x="-438935" y="1049985"/>
            <a:ext cx="288000" cy="216000"/>
          </a:xfrm>
          <a:prstGeom prst="rect">
            <a:avLst/>
          </a:prstGeom>
          <a:solidFill>
            <a:srgbClr val="95B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7B9BC-4884-7527-040A-4533CA760B1D}"/>
              </a:ext>
            </a:extLst>
          </p:cNvPr>
          <p:cNvSpPr txBox="1"/>
          <p:nvPr userDrawn="1"/>
        </p:nvSpPr>
        <p:spPr>
          <a:xfrm>
            <a:off x="1" y="-195690"/>
            <a:ext cx="7001932" cy="1423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0" algn="r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lnSpc>
                <a:spcPct val="10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메뉴 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보기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– [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안내선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체크하여 안내선 밖으로 컨텐츠가 넘치지 않도록 주의해 주세요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940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37" r:id="rId14"/>
    <p:sldLayoutId id="2147483738" r:id="rId15"/>
    <p:sldLayoutId id="2147483739" r:id="rId16"/>
    <p:sldLayoutId id="2147483740" r:id="rId17"/>
    <p:sldLayoutId id="2147483741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1" userDrawn="1">
          <p15:clr>
            <a:srgbClr val="F26B43"/>
          </p15:clr>
        </p15:guide>
        <p15:guide id="2" pos="7379" userDrawn="1">
          <p15:clr>
            <a:srgbClr val="F26B43"/>
          </p15:clr>
        </p15:guide>
        <p15:guide id="3" orient="horz" pos="4065" userDrawn="1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D732A-2647-4119-B5CC-B6556A78273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12DEF-6B07-4BAF-9550-8785B68A7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44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2" r:id="rId12"/>
    <p:sldLayoutId id="2147483678" r:id="rId13"/>
    <p:sldLayoutId id="2147483683" r:id="rId14"/>
    <p:sldLayoutId id="2147483688" r:id="rId15"/>
    <p:sldLayoutId id="2147483681" r:id="rId16"/>
    <p:sldLayoutId id="2147483689" r:id="rId17"/>
    <p:sldLayoutId id="2147483687" r:id="rId18"/>
    <p:sldLayoutId id="2147483685" r:id="rId19"/>
    <p:sldLayoutId id="2147483734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4">
            <a:extLst>
              <a:ext uri="{FF2B5EF4-FFF2-40B4-BE49-F238E27FC236}">
                <a16:creationId xmlns:a16="http://schemas.microsoft.com/office/drawing/2014/main" id="{172EF9D3-3B73-42F0-466A-DF62E7FA6308}"/>
              </a:ext>
            </a:extLst>
          </p:cNvPr>
          <p:cNvSpPr txBox="1">
            <a:spLocks/>
          </p:cNvSpPr>
          <p:nvPr/>
        </p:nvSpPr>
        <p:spPr>
          <a:xfrm>
            <a:off x="656504" y="250552"/>
            <a:ext cx="7775575" cy="3036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spc="-150" dirty="0">
                <a:solidFill>
                  <a:srgbClr val="0098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K-System Ace</a:t>
            </a:r>
            <a:endParaRPr lang="ko-KR" altLang="en-US" sz="2400" b="1" spc="-150" dirty="0">
              <a:solidFill>
                <a:srgbClr val="0098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B0258C30-432C-B06E-E213-CD7F2CA8CBA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32828" y="2126514"/>
            <a:ext cx="7775575" cy="511912"/>
          </a:xfrm>
        </p:spPr>
        <p:txBody>
          <a:bodyPr/>
          <a:lstStyle/>
          <a:p>
            <a:r>
              <a:rPr lang="en-US" altLang="ko-KR" dirty="0"/>
              <a:t>PROGRAM NAME</a:t>
            </a:r>
          </a:p>
        </p:txBody>
      </p:sp>
      <p:sp>
        <p:nvSpPr>
          <p:cNvPr id="2" name="텍스트 개체 틀 10">
            <a:extLst>
              <a:ext uri="{FF2B5EF4-FFF2-40B4-BE49-F238E27FC236}">
                <a16:creationId xmlns:a16="http://schemas.microsoft.com/office/drawing/2014/main" id="{C0D3C735-C0B7-10D1-120F-200FF5A38BFF}"/>
              </a:ext>
            </a:extLst>
          </p:cNvPr>
          <p:cNvSpPr txBox="1">
            <a:spLocks/>
          </p:cNvSpPr>
          <p:nvPr/>
        </p:nvSpPr>
        <p:spPr>
          <a:xfrm>
            <a:off x="1732828" y="1527658"/>
            <a:ext cx="2659063" cy="51191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0" dirty="0"/>
              <a:t>| </a:t>
            </a:r>
            <a:r>
              <a:rPr lang="ko-KR" altLang="en-US" sz="1400" b="0" dirty="0" err="1"/>
              <a:t>사용자메뉴얼</a:t>
            </a:r>
            <a:r>
              <a:rPr lang="ko-KR" altLang="en-US" sz="1400" b="0" dirty="0"/>
              <a:t> </a:t>
            </a:r>
            <a:r>
              <a:rPr lang="en-US" altLang="ko-KR" sz="1400" b="0" dirty="0"/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2562302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8431C546-85D1-55AA-7D19-0CADA5257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141073"/>
            <a:ext cx="9229344" cy="5492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z="2000" dirty="0">
                <a:latin typeface="+mj-ea"/>
              </a:rPr>
              <a:t>거래처승인요청</a:t>
            </a:r>
          </a:p>
        </p:txBody>
      </p:sp>
      <p:sp>
        <p:nvSpPr>
          <p:cNvPr id="19" name="직사각형 16">
            <a:extLst>
              <a:ext uri="{FF2B5EF4-FFF2-40B4-BE49-F238E27FC236}">
                <a16:creationId xmlns:a16="http://schemas.microsoft.com/office/drawing/2014/main" id="{F705AEE4-99AF-851D-0865-76C984FF82C9}"/>
              </a:ext>
            </a:extLst>
          </p:cNvPr>
          <p:cNvSpPr/>
          <p:nvPr/>
        </p:nvSpPr>
        <p:spPr>
          <a:xfrm>
            <a:off x="8811491" y="870457"/>
            <a:ext cx="3380509" cy="5911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6450" indent="-806450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1.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조회조건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marL="806450" indent="-806450"/>
            <a:endParaRPr lang="en-US" altLang="ko-KR" sz="105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>
              <a:spcAft>
                <a:spcPts val="1000"/>
              </a:spcAft>
            </a:pP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① 요청일 </a:t>
            </a:r>
            <a:endParaRPr lang="en-US" sz="1050" spc="-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거래처를 등록</a:t>
            </a:r>
            <a:r>
              <a:rPr lang="en-US" sz="1050" spc="-100" dirty="0">
                <a:effectLst/>
                <a:latin typeface="+mn-ea"/>
                <a:cs typeface="Times New Roman" panose="02020603050405020304" pitchFamily="18" charset="0"/>
              </a:rPr>
              <a:t>/</a:t>
            </a: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수정 승인할 요청일을 입력합니다</a:t>
            </a:r>
            <a:r>
              <a:rPr lang="en-US" sz="1050" spc="-100" dirty="0">
                <a:effectLst/>
                <a:latin typeface="+mn-ea"/>
                <a:cs typeface="Times New Roman" panose="02020603050405020304" pitchFamily="18" charset="0"/>
              </a:rPr>
              <a:t>.</a:t>
            </a:r>
          </a:p>
          <a:p>
            <a:pPr algn="just">
              <a:spcAft>
                <a:spcPts val="800"/>
              </a:spcAft>
            </a:pP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화면</a:t>
            </a:r>
            <a:r>
              <a:rPr lang="en-US" sz="1050" spc="-100" dirty="0">
                <a:effectLst/>
                <a:latin typeface="+mn-ea"/>
                <a:cs typeface="Times New Roman" panose="02020603050405020304" pitchFamily="18" charset="0"/>
              </a:rPr>
              <a:t> Open </a:t>
            </a: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시 현재일자로 활성화됩니다</a:t>
            </a:r>
            <a:r>
              <a:rPr lang="en-US" sz="1050" spc="-100" dirty="0">
                <a:effectLst/>
                <a:latin typeface="+mn-ea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② </a:t>
            </a:r>
            <a:r>
              <a:rPr lang="ko-KR" sz="1050" spc="-100" dirty="0" err="1">
                <a:effectLst/>
                <a:latin typeface="+mn-ea"/>
                <a:cs typeface="Times New Roman" panose="02020603050405020304" pitchFamily="18" charset="0"/>
              </a:rPr>
              <a:t>요청자</a:t>
            </a:r>
            <a:endParaRPr lang="en-US" sz="1050" spc="-100" dirty="0"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1050" spc="-100" dirty="0"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요청자를 </a:t>
            </a:r>
            <a:r>
              <a:rPr lang="ko-KR" sz="1050" spc="-100" dirty="0" err="1">
                <a:effectLst/>
                <a:latin typeface="+mn-ea"/>
                <a:cs typeface="Times New Roman" panose="02020603050405020304" pitchFamily="18" charset="0"/>
              </a:rPr>
              <a:t>코드도움으로</a:t>
            </a: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 선택합니다</a:t>
            </a:r>
            <a:r>
              <a:rPr lang="en-US" sz="1050" spc="-100" dirty="0">
                <a:effectLst/>
                <a:latin typeface="+mn-ea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sz="1050" spc="-100" dirty="0">
                <a:effectLst/>
                <a:latin typeface="+mn-ea"/>
                <a:cs typeface="Times New Roman" panose="02020603050405020304" pitchFamily="18" charset="0"/>
              </a:rPr>
              <a:t>③ </a:t>
            </a: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요청번호</a:t>
            </a:r>
            <a:endParaRPr lang="en-US" sz="1050" spc="-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최초 등록 시 자동으로 </a:t>
            </a:r>
            <a:r>
              <a:rPr lang="ko-KR" sz="1050" spc="-100" dirty="0" err="1">
                <a:effectLst/>
                <a:latin typeface="+mn-ea"/>
                <a:cs typeface="Times New Roman" panose="02020603050405020304" pitchFamily="18" charset="0"/>
              </a:rPr>
              <a:t>채번</a:t>
            </a: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 되는 항목 입니다</a:t>
            </a:r>
            <a:r>
              <a:rPr lang="en-US" sz="1050" spc="-100" dirty="0">
                <a:effectLst/>
                <a:latin typeface="+mn-ea"/>
                <a:cs typeface="Times New Roman" panose="02020603050405020304" pitchFamily="18" charset="0"/>
              </a:rPr>
              <a:t>.</a:t>
            </a:r>
          </a:p>
          <a:p>
            <a:pPr algn="just">
              <a:spcAft>
                <a:spcPts val="800"/>
              </a:spcAft>
            </a:pP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직접 입력 할 수 없는 항목 입니다</a:t>
            </a:r>
            <a:r>
              <a:rPr lang="en-US" sz="1050" spc="-100" dirty="0">
                <a:effectLst/>
                <a:latin typeface="+mn-ea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sz="1050" spc="-100" dirty="0">
                <a:effectLst/>
                <a:latin typeface="+mn-ea"/>
                <a:cs typeface="Times New Roman" panose="02020603050405020304" pitchFamily="18" charset="0"/>
              </a:rPr>
              <a:t>④ </a:t>
            </a: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요청유형</a:t>
            </a:r>
            <a:endParaRPr lang="en-US" altLang="ko-KR" sz="1050" spc="-100" dirty="0">
              <a:latin typeface="+mn-ea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요청유형</a:t>
            </a:r>
            <a:r>
              <a:rPr lang="en-US" sz="1050" spc="-100" dirty="0">
                <a:effectLst/>
                <a:latin typeface="+mn-ea"/>
                <a:cs typeface="Times New Roman" panose="02020603050405020304" pitchFamily="18" charset="0"/>
              </a:rPr>
              <a:t>(</a:t>
            </a: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등록</a:t>
            </a:r>
            <a:r>
              <a:rPr lang="en-US" sz="1050" spc="-100" dirty="0">
                <a:effectLst/>
                <a:latin typeface="+mn-ea"/>
                <a:cs typeface="Times New Roman" panose="02020603050405020304" pitchFamily="18" charset="0"/>
              </a:rPr>
              <a:t>/</a:t>
            </a: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수정</a:t>
            </a:r>
            <a:r>
              <a:rPr lang="en-US" sz="1050" spc="-100" dirty="0">
                <a:effectLst/>
                <a:latin typeface="+mn-ea"/>
                <a:cs typeface="Times New Roman" panose="02020603050405020304" pitchFamily="18" charset="0"/>
              </a:rPr>
              <a:t>) </a:t>
            </a: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선택합니다</a:t>
            </a:r>
            <a:endParaRPr lang="en-US" sz="1050" dirty="0">
              <a:effectLst/>
              <a:latin typeface="+mn-ea"/>
            </a:endParaRPr>
          </a:p>
          <a:p>
            <a:pPr>
              <a:spcAft>
                <a:spcPts val="1000"/>
              </a:spcAft>
            </a:pPr>
            <a:r>
              <a:rPr lang="en-US" sz="1050" spc="-100" dirty="0">
                <a:effectLst/>
                <a:latin typeface="+mn-ea"/>
                <a:cs typeface="Times New Roman" panose="02020603050405020304" pitchFamily="18" charset="0"/>
              </a:rPr>
              <a:t>⑤ </a:t>
            </a: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승인여부</a:t>
            </a:r>
            <a:endParaRPr lang="en-US" altLang="ko-KR" sz="1050" spc="-100" dirty="0">
              <a:latin typeface="+mn-ea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전체</a:t>
            </a:r>
            <a:r>
              <a:rPr lang="en-US" sz="1050" spc="-100" dirty="0">
                <a:effectLst/>
                <a:latin typeface="+mn-ea"/>
                <a:cs typeface="Times New Roman" panose="02020603050405020304" pitchFamily="18" charset="0"/>
              </a:rPr>
              <a:t>(</a:t>
            </a: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승인 및 </a:t>
            </a:r>
            <a:r>
              <a:rPr lang="ko-KR" sz="1050" spc="-100" dirty="0" err="1">
                <a:effectLst/>
                <a:latin typeface="+mn-ea"/>
                <a:cs typeface="Times New Roman" panose="02020603050405020304" pitchFamily="18" charset="0"/>
              </a:rPr>
              <a:t>미승인</a:t>
            </a: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 포함</a:t>
            </a:r>
            <a:r>
              <a:rPr lang="en-US" sz="1050" spc="-100" dirty="0">
                <a:effectLst/>
                <a:latin typeface="+mn-ea"/>
                <a:cs typeface="Times New Roman" panose="02020603050405020304" pitchFamily="18" charset="0"/>
              </a:rPr>
              <a:t>), </a:t>
            </a:r>
            <a:r>
              <a:rPr lang="ko-KR" sz="1050" spc="-100" dirty="0" err="1">
                <a:effectLst/>
                <a:latin typeface="+mn-ea"/>
                <a:cs typeface="Times New Roman" panose="02020603050405020304" pitchFamily="18" charset="0"/>
              </a:rPr>
              <a:t>미승인</a:t>
            </a:r>
            <a:r>
              <a:rPr lang="en-US" sz="1050" spc="-100" dirty="0">
                <a:effectLst/>
                <a:latin typeface="+mn-ea"/>
                <a:cs typeface="Times New Roman" panose="02020603050405020304" pitchFamily="18" charset="0"/>
              </a:rPr>
              <a:t>,, </a:t>
            </a:r>
            <a:r>
              <a:rPr lang="ko-KR" sz="1050" spc="-100" dirty="0">
                <a:effectLst/>
                <a:latin typeface="+mn-ea"/>
                <a:cs typeface="Times New Roman" panose="02020603050405020304" pitchFamily="18" charset="0"/>
              </a:rPr>
              <a:t>승인을 선택하는 </a:t>
            </a:r>
            <a:r>
              <a:rPr lang="ko-KR" sz="1050" spc="-100" dirty="0" err="1">
                <a:effectLst/>
                <a:latin typeface="+mn-ea"/>
                <a:cs typeface="Times New Roman" panose="02020603050405020304" pitchFamily="18" charset="0"/>
              </a:rPr>
              <a:t>망목입니다</a:t>
            </a:r>
            <a:r>
              <a:rPr lang="en-US" sz="1050" spc="-100" dirty="0">
                <a:effectLst/>
                <a:latin typeface="+mn-ea"/>
                <a:cs typeface="Times New Roman" panose="02020603050405020304" pitchFamily="18" charset="0"/>
              </a:rPr>
              <a:t>.</a:t>
            </a:r>
            <a:endParaRPr lang="en-US" sz="1050" spc="-100" dirty="0">
              <a:latin typeface="+mn-ea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2.SHEET : 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거래처정보 </a:t>
            </a:r>
            <a:endParaRPr lang="en-US" altLang="ko-KR" sz="105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>
              <a:spcAft>
                <a:spcPts val="1000"/>
              </a:spcAft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</a:rPr>
              <a:t>3.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거래처종류 </a:t>
            </a:r>
            <a:endParaRPr lang="en-US" altLang="ko-KR" sz="105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ko-KR" sz="1050" spc="-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① 요청유형</a:t>
            </a:r>
            <a:endParaRPr lang="en-US" sz="1050" spc="-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sz="1050" spc="-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등록</a:t>
            </a:r>
            <a:r>
              <a:rPr lang="en-US" sz="1050" spc="-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sz="1050" spc="-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수정 유형을 선택합니다</a:t>
            </a:r>
            <a:r>
              <a:rPr lang="en-US" sz="1050" spc="-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050" spc="-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② </a:t>
            </a:r>
            <a:r>
              <a:rPr lang="ko-KR" sz="1050" spc="-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요청사유 </a:t>
            </a:r>
            <a:endParaRPr lang="en-US" sz="1050" spc="-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sz="1050" spc="-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사유 입력하는 항목입니다</a:t>
            </a:r>
            <a:r>
              <a:rPr lang="en-US" sz="1050" spc="-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>
              <a:spcAft>
                <a:spcPts val="1000"/>
              </a:spcAft>
            </a:pPr>
            <a:endParaRPr lang="en-US" sz="1050" dirty="0">
              <a:effectLst/>
              <a:latin typeface="+mn-ea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89731F-2F60-A94A-AF00-9BD9311436A9}"/>
              </a:ext>
            </a:extLst>
          </p:cNvPr>
          <p:cNvSpPr/>
          <p:nvPr/>
        </p:nvSpPr>
        <p:spPr>
          <a:xfrm>
            <a:off x="503174" y="1371867"/>
            <a:ext cx="4099560" cy="595477"/>
          </a:xfrm>
          <a:prstGeom prst="rect">
            <a:avLst/>
          </a:prstGeom>
          <a:noFill/>
          <a:ln w="28575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4BDF1F-B035-6B36-020E-F2FE5481B9EF}"/>
              </a:ext>
            </a:extLst>
          </p:cNvPr>
          <p:cNvSpPr/>
          <p:nvPr/>
        </p:nvSpPr>
        <p:spPr>
          <a:xfrm>
            <a:off x="503174" y="2074101"/>
            <a:ext cx="5725136" cy="1675861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816A64-D54E-92EA-1E09-07A5DCC4F803}"/>
              </a:ext>
            </a:extLst>
          </p:cNvPr>
          <p:cNvSpPr/>
          <p:nvPr/>
        </p:nvSpPr>
        <p:spPr>
          <a:xfrm>
            <a:off x="6360622" y="2074102"/>
            <a:ext cx="2450869" cy="167586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53E42-9652-D55B-22A7-08F43A3F92B1}"/>
              </a:ext>
            </a:extLst>
          </p:cNvPr>
          <p:cNvSpPr txBox="1"/>
          <p:nvPr/>
        </p:nvSpPr>
        <p:spPr>
          <a:xfrm>
            <a:off x="4277159" y="1415708"/>
            <a:ext cx="1609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6450" indent="-806450"/>
            <a:r>
              <a:rPr lang="en-US" altLang="ko-KR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1.</a:t>
            </a:r>
            <a:r>
              <a:rPr lang="ko-KR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조회조건</a:t>
            </a:r>
            <a:endParaRPr lang="en-US" altLang="ko-KR" sz="18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2E8A97-B2D2-DB99-FF26-F530DDA0F1DB}"/>
              </a:ext>
            </a:extLst>
          </p:cNvPr>
          <p:cNvSpPr txBox="1"/>
          <p:nvPr/>
        </p:nvSpPr>
        <p:spPr>
          <a:xfrm>
            <a:off x="4330542" y="3672053"/>
            <a:ext cx="1609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6450" indent="-806450"/>
            <a:r>
              <a:rPr lang="en-US" altLang="ko-KR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2.SHEET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2C9751-2219-5793-FD60-058931E69FB0}"/>
              </a:ext>
            </a:extLst>
          </p:cNvPr>
          <p:cNvSpPr txBox="1"/>
          <p:nvPr/>
        </p:nvSpPr>
        <p:spPr>
          <a:xfrm>
            <a:off x="6781410" y="3680672"/>
            <a:ext cx="1609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</a:rPr>
              <a:t>3.</a:t>
            </a:r>
            <a:r>
              <a:rPr lang="ko-KR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거래처종류 </a:t>
            </a:r>
            <a:endParaRPr lang="en-US" sz="180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68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864F5-4F72-8ACE-FE2F-1A26D84C7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EA07988D-875B-3C08-26AA-98812778B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141073"/>
            <a:ext cx="9229344" cy="5492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z="2000" dirty="0">
                <a:latin typeface="+mj-ea"/>
              </a:rPr>
              <a:t>거래처승인요청  </a:t>
            </a:r>
            <a:r>
              <a:rPr lang="en-US" altLang="ko-KR" sz="2000" dirty="0">
                <a:latin typeface="+mj-ea"/>
              </a:rPr>
              <a:t>-&gt;</a:t>
            </a:r>
            <a:r>
              <a:rPr lang="ko-KR" altLang="en-US" sz="2000" dirty="0">
                <a:latin typeface="+mj-ea"/>
              </a:rPr>
              <a:t> 등록</a:t>
            </a:r>
          </a:p>
        </p:txBody>
      </p:sp>
      <p:sp>
        <p:nvSpPr>
          <p:cNvPr id="2" name="직사각형 16">
            <a:extLst>
              <a:ext uri="{FF2B5EF4-FFF2-40B4-BE49-F238E27FC236}">
                <a16:creationId xmlns:a16="http://schemas.microsoft.com/office/drawing/2014/main" id="{A6701746-C7FD-2CED-CA49-7B89802F7073}"/>
              </a:ext>
            </a:extLst>
          </p:cNvPr>
          <p:cNvSpPr/>
          <p:nvPr/>
        </p:nvSpPr>
        <p:spPr>
          <a:xfrm>
            <a:off x="8330912" y="1241126"/>
            <a:ext cx="36847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6450" indent="-806450"/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1.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등록 </a:t>
            </a: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marL="806450" indent="-806450"/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marL="806450" indent="-806450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4)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거래처종류 항목 선택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marL="806450" indent="-806450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5) ‘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저장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’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클릭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81998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326F9-A94B-476C-A660-CC2FDDAB2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FF12992F-FCF2-8AA5-D34A-56A95A9DA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141073"/>
            <a:ext cx="9229344" cy="5492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z="2000" dirty="0">
                <a:latin typeface="+mj-ea"/>
              </a:rPr>
              <a:t>거래처승인요청  </a:t>
            </a:r>
            <a:r>
              <a:rPr lang="en-US" altLang="ko-KR" sz="2000" dirty="0">
                <a:latin typeface="+mj-ea"/>
              </a:rPr>
              <a:t>-&gt;</a:t>
            </a:r>
            <a:r>
              <a:rPr lang="ko-KR" altLang="en-US" sz="2000" dirty="0">
                <a:latin typeface="+mj-ea"/>
              </a:rPr>
              <a:t> 등록</a:t>
            </a:r>
          </a:p>
        </p:txBody>
      </p:sp>
      <p:sp>
        <p:nvSpPr>
          <p:cNvPr id="2" name="직사각형 16">
            <a:extLst>
              <a:ext uri="{FF2B5EF4-FFF2-40B4-BE49-F238E27FC236}">
                <a16:creationId xmlns:a16="http://schemas.microsoft.com/office/drawing/2014/main" id="{8BA0A6D5-DE5B-1794-D06C-4C0F8F3EB692}"/>
              </a:ext>
            </a:extLst>
          </p:cNvPr>
          <p:cNvSpPr/>
          <p:nvPr/>
        </p:nvSpPr>
        <p:spPr>
          <a:xfrm>
            <a:off x="8330912" y="1241126"/>
            <a:ext cx="368472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6450" indent="-806450"/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2.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등록 </a:t>
            </a:r>
            <a:r>
              <a:rPr lang="ko-KR" altLang="en-US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저장후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 </a:t>
            </a:r>
            <a:r>
              <a:rPr lang="ko-KR" altLang="en-US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결재상신</a:t>
            </a: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marL="806450" indent="-806450"/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marL="806450" indent="-806450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1)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조회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marL="806450" indent="-806450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2)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요청유형은 등록 확인됨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marL="806450" indent="-806450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3) </a:t>
            </a:r>
            <a:r>
              <a:rPr lang="ko-KR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요청자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/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요청일시 자동기록됨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;(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수정불가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)</a:t>
            </a:r>
          </a:p>
          <a:p>
            <a:pPr marL="806450" indent="-806450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4)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거래처명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/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거래처번호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/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상호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;(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수정가능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04283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B8B09-39E1-81E9-52F8-040B9662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03E404C-B1D5-D457-4934-F94360C33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141073"/>
            <a:ext cx="9229344" cy="5492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z="2000" dirty="0">
                <a:latin typeface="+mj-ea"/>
              </a:rPr>
              <a:t>거래처승인요청  </a:t>
            </a:r>
            <a:r>
              <a:rPr lang="en-US" altLang="ko-KR" sz="2000" dirty="0">
                <a:latin typeface="+mj-ea"/>
              </a:rPr>
              <a:t>-&gt;</a:t>
            </a:r>
            <a:r>
              <a:rPr lang="ko-KR" altLang="en-US" sz="2000" dirty="0">
                <a:latin typeface="+mj-ea"/>
              </a:rPr>
              <a:t> 등록 </a:t>
            </a:r>
            <a:r>
              <a:rPr lang="en-US" altLang="ko-KR" sz="2000" dirty="0">
                <a:latin typeface="+mj-ea"/>
              </a:rPr>
              <a:t>/ </a:t>
            </a:r>
            <a:r>
              <a:rPr lang="ko-KR" altLang="en-US" sz="2000" dirty="0">
                <a:latin typeface="+mj-ea"/>
              </a:rPr>
              <a:t>결제</a:t>
            </a:r>
            <a:r>
              <a:rPr lang="en-US" altLang="ko-KR" sz="2000" dirty="0">
                <a:latin typeface="+mj-ea"/>
              </a:rPr>
              <a:t> </a:t>
            </a:r>
            <a:endParaRPr lang="ko-KR" altLang="en-US" sz="2000" dirty="0">
              <a:latin typeface="+mj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729A89-6F5B-2620-275B-F3D084019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74" y="761769"/>
            <a:ext cx="4740051" cy="5334462"/>
          </a:xfrm>
          <a:prstGeom prst="rect">
            <a:avLst/>
          </a:prstGeom>
        </p:spPr>
      </p:pic>
      <p:sp>
        <p:nvSpPr>
          <p:cNvPr id="2" name="직사각형 16">
            <a:extLst>
              <a:ext uri="{FF2B5EF4-FFF2-40B4-BE49-F238E27FC236}">
                <a16:creationId xmlns:a16="http://schemas.microsoft.com/office/drawing/2014/main" id="{22A4A399-5F2F-2AEC-A7B4-5F24FD7C0D50}"/>
              </a:ext>
            </a:extLst>
          </p:cNvPr>
          <p:cNvSpPr/>
          <p:nvPr/>
        </p:nvSpPr>
        <p:spPr>
          <a:xfrm>
            <a:off x="8330912" y="1241126"/>
            <a:ext cx="36847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6450" indent="-806450"/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2.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등록 </a:t>
            </a:r>
            <a:r>
              <a:rPr lang="ko-KR" altLang="en-US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저장후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 </a:t>
            </a:r>
            <a:r>
              <a:rPr lang="ko-KR" altLang="en-US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결재상신</a:t>
            </a: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marL="806450" indent="-806450"/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marL="806450" indent="-806450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6)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결재문서 확인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marL="806450" indent="-806450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7)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결재 승인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47389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A7231-80B7-8F9B-5B0E-3171C801F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80318F01-6F79-D05B-E714-221B35494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141073"/>
            <a:ext cx="9229344" cy="5492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z="2000" dirty="0">
                <a:latin typeface="+mj-ea"/>
              </a:rPr>
              <a:t>거래처승인요청  </a:t>
            </a:r>
            <a:r>
              <a:rPr lang="en-US" altLang="ko-KR" sz="2000" dirty="0">
                <a:latin typeface="+mj-ea"/>
              </a:rPr>
              <a:t>-&gt;</a:t>
            </a:r>
            <a:r>
              <a:rPr lang="ko-KR" altLang="en-US" sz="2000" dirty="0">
                <a:latin typeface="+mj-ea"/>
              </a:rPr>
              <a:t> 수정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D02C9D-8C12-37F8-C3CF-6AEC1E2A0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67" y="917829"/>
            <a:ext cx="8131245" cy="34521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7D140C-2308-698F-1654-0659ADE22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8" y="4680715"/>
            <a:ext cx="10303006" cy="240052"/>
          </a:xfrm>
          <a:prstGeom prst="rect">
            <a:avLst/>
          </a:prstGeom>
          <a:ln>
            <a:solidFill>
              <a:schemeClr val="accent2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269E48B-F801-E529-D803-79A79D1CF63A}"/>
              </a:ext>
            </a:extLst>
          </p:cNvPr>
          <p:cNvSpPr/>
          <p:nvPr/>
        </p:nvSpPr>
        <p:spPr>
          <a:xfrm>
            <a:off x="466344" y="3740186"/>
            <a:ext cx="7827738" cy="16394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CCA3C1-73D5-5EA7-64DA-56256DB4DB1A}"/>
              </a:ext>
            </a:extLst>
          </p:cNvPr>
          <p:cNvCxnSpPr/>
          <p:nvPr/>
        </p:nvCxnSpPr>
        <p:spPr>
          <a:xfrm>
            <a:off x="3048000" y="3904131"/>
            <a:ext cx="0" cy="76638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직사각형 16">
            <a:extLst>
              <a:ext uri="{FF2B5EF4-FFF2-40B4-BE49-F238E27FC236}">
                <a16:creationId xmlns:a16="http://schemas.microsoft.com/office/drawing/2014/main" id="{ABC8655D-7AD4-D249-0F12-6F7B198A2EFE}"/>
              </a:ext>
            </a:extLst>
          </p:cNvPr>
          <p:cNvSpPr/>
          <p:nvPr/>
        </p:nvSpPr>
        <p:spPr>
          <a:xfrm>
            <a:off x="8330912" y="1241126"/>
            <a:ext cx="368472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6450" indent="-806450"/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4.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 수정 저장 후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 </a:t>
            </a:r>
            <a:r>
              <a:rPr lang="ko-KR" altLang="en-US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결재상신</a:t>
            </a: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marL="806450" indent="-806450"/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marL="806450" indent="-806450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1)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조회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marL="806450" indent="-806450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2)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요청유형은 수정 확인됨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marL="806450" indent="-806450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3) </a:t>
            </a:r>
            <a:r>
              <a:rPr lang="ko-KR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요청자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/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요청일시 자동기록됨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;(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수정불가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)</a:t>
            </a:r>
          </a:p>
          <a:p>
            <a:pPr marL="806450" indent="-806450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4)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거래처명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/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거래처번호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(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수정불가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)</a:t>
            </a:r>
          </a:p>
          <a:p>
            <a:pPr marL="806450" indent="-806450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5)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선택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-&gt; ‘</a:t>
            </a:r>
            <a:r>
              <a:rPr lang="ko-KR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결재상신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’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 클릭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marL="806450" indent="-806450"/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65625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B529A-EF5C-2541-15B6-9C8E2D391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EF4A1F45-FAB7-FD8E-F595-56EF0FE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141073"/>
            <a:ext cx="9229344" cy="5492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z="2000" dirty="0">
                <a:latin typeface="+mj-ea"/>
              </a:rPr>
              <a:t>거래처승인요청  </a:t>
            </a:r>
            <a:r>
              <a:rPr lang="en-US" altLang="ko-KR" sz="2000" dirty="0">
                <a:latin typeface="+mj-ea"/>
              </a:rPr>
              <a:t>-&gt;</a:t>
            </a:r>
            <a:r>
              <a:rPr lang="ko-KR" altLang="en-US" sz="2000" dirty="0">
                <a:latin typeface="+mj-ea"/>
              </a:rPr>
              <a:t>수정</a:t>
            </a:r>
            <a:r>
              <a:rPr lang="en-US" altLang="ko-KR" sz="2000" dirty="0">
                <a:latin typeface="+mj-ea"/>
              </a:rPr>
              <a:t> </a:t>
            </a:r>
            <a:endParaRPr lang="ko-KR" altLang="en-US" sz="2000" dirty="0">
              <a:latin typeface="+mj-e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B59D9-68F4-DD1C-CD6F-87F78C477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804713"/>
            <a:ext cx="7864568" cy="448856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CD9D1B0-6A5F-25F8-B0A2-FBA9CC60E31F}"/>
              </a:ext>
            </a:extLst>
          </p:cNvPr>
          <p:cNvSpPr/>
          <p:nvPr/>
        </p:nvSpPr>
        <p:spPr>
          <a:xfrm>
            <a:off x="503174" y="4710004"/>
            <a:ext cx="7827738" cy="16394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직사각형 16">
            <a:extLst>
              <a:ext uri="{FF2B5EF4-FFF2-40B4-BE49-F238E27FC236}">
                <a16:creationId xmlns:a16="http://schemas.microsoft.com/office/drawing/2014/main" id="{534392FB-19BB-0320-66FD-32CC4BDE0662}"/>
              </a:ext>
            </a:extLst>
          </p:cNvPr>
          <p:cNvSpPr/>
          <p:nvPr/>
        </p:nvSpPr>
        <p:spPr>
          <a:xfrm>
            <a:off x="8330912" y="1241126"/>
            <a:ext cx="36847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6450" indent="-806450"/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4.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 </a:t>
            </a:r>
            <a:r>
              <a:rPr lang="ko-KR" altLang="en-US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결재상신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 후 요청조회</a:t>
            </a: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marL="806450" indent="-806450"/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marL="806450" indent="-806450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1)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조회된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내역은 모두 비활성화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(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수정불가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)</a:t>
            </a:r>
          </a:p>
          <a:p>
            <a:pPr marL="806450" indent="-806450"/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96469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2880185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 w="12700">
          <a:solidFill>
            <a:srgbClr val="0070C0"/>
          </a:solidFill>
          <a:prstDash val="sysDash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 w="12700">
          <a:solidFill>
            <a:srgbClr val="0070C0"/>
          </a:solidFill>
          <a:prstDash val="sysDash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 w="12700">
          <a:solidFill>
            <a:srgbClr val="0070C0"/>
          </a:solidFill>
          <a:prstDash val="sysDash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 w="12700">
          <a:solidFill>
            <a:srgbClr val="0070C0"/>
          </a:solidFill>
          <a:prstDash val="sysDash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 w="12700">
          <a:solidFill>
            <a:srgbClr val="0070C0"/>
          </a:solidFill>
          <a:prstDash val="sysDash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 w="12700">
          <a:solidFill>
            <a:srgbClr val="0070C0"/>
          </a:solidFill>
          <a:prstDash val="sysDash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 w="12700">
          <a:solidFill>
            <a:srgbClr val="0070C0"/>
          </a:solidFill>
          <a:prstDash val="sysDash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 w="12700">
          <a:solidFill>
            <a:srgbClr val="0070C0"/>
          </a:solidFill>
          <a:prstDash val="sysDash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2_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3768F40BE2395489ED170DEE1B56875" ma:contentTypeVersion="9" ma:contentTypeDescription="새 문서를 만듭니다." ma:contentTypeScope="" ma:versionID="333fd004649a886a978c3aa24abdd05b">
  <xsd:schema xmlns:xsd="http://www.w3.org/2001/XMLSchema" xmlns:xs="http://www.w3.org/2001/XMLSchema" xmlns:p="http://schemas.microsoft.com/office/2006/metadata/properties" xmlns:ns2="aaabb02a-9704-4e09-80b8-d3997d0a7d6f" xmlns:ns3="2445fdf2-9828-493c-9730-fe808cf85f83" targetNamespace="http://schemas.microsoft.com/office/2006/metadata/properties" ma:root="true" ma:fieldsID="18f864c9f80f12f89934e6dc2c4041c4" ns2:_="" ns3:_="">
    <xsd:import namespace="aaabb02a-9704-4e09-80b8-d3997d0a7d6f"/>
    <xsd:import namespace="2445fdf2-9828-493c-9730-fe808cf85f8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abb02a-9704-4e09-80b8-d3997d0a7d6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45fdf2-9828-493c-9730-fe808cf85f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A58F47-7B75-4342-842E-6808969200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48136B-DF88-487B-9839-BAEB02EDF8E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817A1D1-8024-4FC3-A4E3-0B25ABC1F5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abb02a-9704-4e09-80b8-d3997d0a7d6f"/>
    <ds:schemaRef ds:uri="2445fdf2-9828-493c-9730-fe808cf85f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21659</TotalTime>
  <Words>244</Words>
  <Application>Microsoft Office PowerPoint</Application>
  <PresentationFormat>와이드스크린</PresentationFormat>
  <Paragraphs>63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10</vt:i4>
      </vt:variant>
      <vt:variant>
        <vt:lpstr>슬라이드 제목</vt:lpstr>
      </vt:variant>
      <vt:variant>
        <vt:i4>8</vt:i4>
      </vt:variant>
    </vt:vector>
  </HeadingPairs>
  <TitlesOfParts>
    <vt:vector size="23" baseType="lpstr">
      <vt:lpstr>나눔고딕</vt:lpstr>
      <vt:lpstr>맑은 고딕</vt:lpstr>
      <vt:lpstr>Arial</vt:lpstr>
      <vt:lpstr>Calibri</vt:lpstr>
      <vt:lpstr>Calibri Light</vt:lpstr>
      <vt:lpstr>디자인 사용자 지정</vt:lpstr>
      <vt:lpstr>1_디자인 사용자 지정</vt:lpstr>
      <vt:lpstr>2_디자인 사용자 지정</vt:lpstr>
      <vt:lpstr>3_디자인 사용자 지정</vt:lpstr>
      <vt:lpstr>4_디자인 사용자 지정</vt:lpstr>
      <vt:lpstr>5_디자인 사용자 지정</vt:lpstr>
      <vt:lpstr>6_디자인 사용자 지정</vt:lpstr>
      <vt:lpstr>7_디자인 사용자 지정</vt:lpstr>
      <vt:lpstr>Office 2013 - 2022 Theme</vt:lpstr>
      <vt:lpstr>2_Office 2013 - 2022 Theme</vt:lpstr>
      <vt:lpstr>PowerPoint 프레젠테이션</vt:lpstr>
      <vt:lpstr>거래처승인요청</vt:lpstr>
      <vt:lpstr>거래처승인요청  -&gt; 등록</vt:lpstr>
      <vt:lpstr>거래처승인요청  -&gt; 등록</vt:lpstr>
      <vt:lpstr>거래처승인요청  -&gt; 등록 / 결제 </vt:lpstr>
      <vt:lpstr>거래처승인요청  -&gt; 수정</vt:lpstr>
      <vt:lpstr>거래처승인요청  -&gt;수정 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변자희</dc:creator>
  <cp:lastModifiedBy>심 연</cp:lastModifiedBy>
  <cp:revision>1595</cp:revision>
  <dcterms:created xsi:type="dcterms:W3CDTF">2014-02-03T05:08:03Z</dcterms:created>
  <dcterms:modified xsi:type="dcterms:W3CDTF">2025-09-22T01:45:27Z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0x01010033768F40BE2395489ED170DEE1B56875</vt:lpwstr>
  </property>
  <property fmtid="{D5CDD505-2E9C-101B-9397-08002B2CF9AE}" pid="3" name="Order">
    <vt:r8>57000</vt:r8>
  </property>
</Properties>
</file>