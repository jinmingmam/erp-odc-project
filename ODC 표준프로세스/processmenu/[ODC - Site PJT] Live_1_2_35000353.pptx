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9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64" d="100"/>
          <a:sy n="64" d="100"/>
        </p:scale>
        <p:origin x="10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38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69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85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91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9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644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11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0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281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03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083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97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22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05E080EC-B919-E2D3-790E-BB3258DFD277}"/>
              </a:ext>
            </a:extLst>
          </p:cNvPr>
          <p:cNvSpPr/>
          <p:nvPr/>
        </p:nvSpPr>
        <p:spPr>
          <a:xfrm>
            <a:off x="213615" y="90273"/>
            <a:ext cx="2120901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Customer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Contract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16374218-EC75-4D38-DB6C-EE73C8C1E7B9}"/>
              </a:ext>
            </a:extLst>
          </p:cNvPr>
          <p:cNvSpPr/>
          <p:nvPr/>
        </p:nvSpPr>
        <p:spPr>
          <a:xfrm>
            <a:off x="2230336" y="90273"/>
            <a:ext cx="2262188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Development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화살표: 갈매기형 수장 10">
            <a:extLst>
              <a:ext uri="{FF2B5EF4-FFF2-40B4-BE49-F238E27FC236}">
                <a16:creationId xmlns:a16="http://schemas.microsoft.com/office/drawing/2014/main" id="{D74BC4E0-E4E2-30A5-C1E4-D0F8F730B02B}"/>
              </a:ext>
            </a:extLst>
          </p:cNvPr>
          <p:cNvSpPr/>
          <p:nvPr/>
        </p:nvSpPr>
        <p:spPr>
          <a:xfrm>
            <a:off x="4442724" y="90273"/>
            <a:ext cx="1819275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Test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1BE2C876-9B4A-0D50-258F-55162F32F7BB}"/>
              </a:ext>
            </a:extLst>
          </p:cNvPr>
          <p:cNvSpPr/>
          <p:nvPr/>
        </p:nvSpPr>
        <p:spPr>
          <a:xfrm>
            <a:off x="6174678" y="95693"/>
            <a:ext cx="1955800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Education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화살표: 갈매기형 수장 12">
            <a:extLst>
              <a:ext uri="{FF2B5EF4-FFF2-40B4-BE49-F238E27FC236}">
                <a16:creationId xmlns:a16="http://schemas.microsoft.com/office/drawing/2014/main" id="{E9BEC0BC-B239-D4B4-E887-9D268DFF5D58}"/>
              </a:ext>
            </a:extLst>
          </p:cNvPr>
          <p:cNvSpPr/>
          <p:nvPr/>
        </p:nvSpPr>
        <p:spPr>
          <a:xfrm>
            <a:off x="8056331" y="90273"/>
            <a:ext cx="1781177" cy="787400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Live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화살표: 갈매기형 수장 13">
            <a:extLst>
              <a:ext uri="{FF2B5EF4-FFF2-40B4-BE49-F238E27FC236}">
                <a16:creationId xmlns:a16="http://schemas.microsoft.com/office/drawing/2014/main" id="{678DBD7F-37B2-DED1-9E04-CC975739CEAF}"/>
              </a:ext>
            </a:extLst>
          </p:cNvPr>
          <p:cNvSpPr/>
          <p:nvPr/>
        </p:nvSpPr>
        <p:spPr>
          <a:xfrm>
            <a:off x="9716391" y="70293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HandOver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1492BF4-4B0F-57EE-5BBD-DACE77D97024}"/>
              </a:ext>
            </a:extLst>
          </p:cNvPr>
          <p:cNvSpPr/>
          <p:nvPr/>
        </p:nvSpPr>
        <p:spPr>
          <a:xfrm>
            <a:off x="11358832" y="2884875"/>
            <a:ext cx="105262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Role PIC</a:t>
            </a:r>
            <a:endParaRPr lang="ko-KR" altLang="en-US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8A4A40E4-F697-5EA2-1052-D5FAEFDF2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2373" y="2005327"/>
            <a:ext cx="765544" cy="76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1F477D8-DDBE-B62E-16CB-6F3313227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53" y="1335924"/>
            <a:ext cx="10318467" cy="63229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875A99-2002-420A-3DCE-E399B9735B21}"/>
              </a:ext>
            </a:extLst>
          </p:cNvPr>
          <p:cNvSpPr txBox="1"/>
          <p:nvPr/>
        </p:nvSpPr>
        <p:spPr>
          <a:xfrm>
            <a:off x="10621395" y="3918505"/>
            <a:ext cx="3293043" cy="2031325"/>
          </a:xfrm>
          <a:prstGeom prst="rect">
            <a:avLst/>
          </a:prstGeom>
          <a:solidFill>
            <a:srgbClr val="FFFF0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             Important !!!!!!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Confirm with customer and test together several times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2.Always stand by until the system stabilizes and respond quickly when an error occurs.</a:t>
            </a:r>
          </a:p>
        </p:txBody>
      </p:sp>
    </p:spTree>
    <p:extLst>
      <p:ext uri="{BB962C8B-B14F-4D97-AF65-F5344CB8AC3E}">
        <p14:creationId xmlns:p14="http://schemas.microsoft.com/office/powerpoint/2010/main" val="2902704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37</Words>
  <Application>Microsoft Office PowerPoint</Application>
  <PresentationFormat>사용자 지정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2025-10-10T07:16:02Z</dcterms:modified>
</cp:coreProperties>
</file>