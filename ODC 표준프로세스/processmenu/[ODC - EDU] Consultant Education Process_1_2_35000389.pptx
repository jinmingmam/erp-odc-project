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9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87" d="100"/>
          <a:sy n="87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972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620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968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083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99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542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87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946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979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543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005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357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850C57D-8993-47D8-CC11-29C2EB63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003" y="2796363"/>
            <a:ext cx="11559476" cy="2105246"/>
          </a:xfrm>
          <a:prstGeom prst="rect">
            <a:avLst/>
          </a:prstGeom>
        </p:spPr>
      </p:pic>
      <p:pic>
        <p:nvPicPr>
          <p:cNvPr id="2" name="Picture 14">
            <a:extLst>
              <a:ext uri="{FF2B5EF4-FFF2-40B4-BE49-F238E27FC236}">
                <a16:creationId xmlns:a16="http://schemas.microsoft.com/office/drawing/2014/main" id="{67734022-85E4-85AE-22E7-4086E66C4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6283" y="42844"/>
            <a:ext cx="695325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E6DBB2-4EC2-BF41-2782-C9179435B6E4}"/>
              </a:ext>
            </a:extLst>
          </p:cNvPr>
          <p:cNvSpPr txBox="1"/>
          <p:nvPr/>
        </p:nvSpPr>
        <p:spPr>
          <a:xfrm>
            <a:off x="11407508" y="711323"/>
            <a:ext cx="2010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Training Manual</a:t>
            </a:r>
            <a:endParaRPr lang="ko-KR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D66A0AA-F885-905C-3508-061CCE065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003" y="155614"/>
            <a:ext cx="582555" cy="582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777E1B-E1EA-DBA0-EF78-24528F782995}"/>
              </a:ext>
            </a:extLst>
          </p:cNvPr>
          <p:cNvSpPr txBox="1"/>
          <p:nvPr/>
        </p:nvSpPr>
        <p:spPr>
          <a:xfrm>
            <a:off x="1088974" y="813846"/>
            <a:ext cx="1410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Curriculum</a:t>
            </a:r>
          </a:p>
          <a:p>
            <a:r>
              <a:rPr lang="en-US" altLang="ko-KR" dirty="0"/>
              <a:t>    MNG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A8C00D-6D1A-11A1-A419-0E8B91EF4D08}"/>
              </a:ext>
            </a:extLst>
          </p:cNvPr>
          <p:cNvGrpSpPr/>
          <p:nvPr/>
        </p:nvGrpSpPr>
        <p:grpSpPr>
          <a:xfrm>
            <a:off x="2514152" y="167515"/>
            <a:ext cx="1221809" cy="1292662"/>
            <a:chOff x="3009489" y="1976997"/>
            <a:chExt cx="1059085" cy="112050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0BAB63E-5B13-5E55-3268-3E5EFBD0F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E7C1FD6-ABF2-85D7-B766-37AB68330D0C}"/>
                </a:ext>
              </a:extLst>
            </p:cNvPr>
            <p:cNvSpPr txBox="1"/>
            <p:nvPr/>
          </p:nvSpPr>
          <p:spPr>
            <a:xfrm>
              <a:off x="3009489" y="2537248"/>
              <a:ext cx="1059085" cy="5602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Curriculum</a:t>
              </a:r>
            </a:p>
            <a:p>
              <a:r>
                <a:rPr lang="en-US" altLang="ko-KR" dirty="0"/>
                <a:t>       List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109022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8</Words>
  <Application>Microsoft Office PowerPoint</Application>
  <PresentationFormat>사용자 지정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2025-09-16T01:00:37Z</dcterms:modified>
</cp:coreProperties>
</file>