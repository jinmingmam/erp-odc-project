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DAFB6-2225-4C47-98AE-5BA24CB322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69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80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32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79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819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76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5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2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4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73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49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43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54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97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E3D41C-F1E5-04E1-DDA2-3CEDF9FA8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24" y="1562986"/>
            <a:ext cx="10990356" cy="6194222"/>
          </a:xfrm>
          <a:prstGeom prst="rect">
            <a:avLst/>
          </a:prstGeom>
        </p:spPr>
      </p:pic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2FF69AB3-A393-D8A9-8862-E57ADB66F911}"/>
              </a:ext>
            </a:extLst>
          </p:cNvPr>
          <p:cNvSpPr/>
          <p:nvPr/>
        </p:nvSpPr>
        <p:spPr>
          <a:xfrm>
            <a:off x="263724" y="338174"/>
            <a:ext cx="21209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25E9A696-34FA-98B3-3DC5-0C2E05843C4D}"/>
              </a:ext>
            </a:extLst>
          </p:cNvPr>
          <p:cNvSpPr/>
          <p:nvPr/>
        </p:nvSpPr>
        <p:spPr>
          <a:xfrm>
            <a:off x="2280444" y="338174"/>
            <a:ext cx="2262188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B95AB1F1-ABA7-5720-7F16-2FD6AF478113}"/>
              </a:ext>
            </a:extLst>
          </p:cNvPr>
          <p:cNvSpPr/>
          <p:nvPr/>
        </p:nvSpPr>
        <p:spPr>
          <a:xfrm>
            <a:off x="4492832" y="338174"/>
            <a:ext cx="1819275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39D1A84D-D0A4-1992-A9B0-E6651C512074}"/>
              </a:ext>
            </a:extLst>
          </p:cNvPr>
          <p:cNvSpPr/>
          <p:nvPr/>
        </p:nvSpPr>
        <p:spPr>
          <a:xfrm>
            <a:off x="6224786" y="343594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1CD60738-C420-8D43-5193-031951EC3870}"/>
              </a:ext>
            </a:extLst>
          </p:cNvPr>
          <p:cNvSpPr/>
          <p:nvPr/>
        </p:nvSpPr>
        <p:spPr>
          <a:xfrm>
            <a:off x="8106439" y="338174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1FF6DD92-D3E3-419B-A5D1-D197C9F3998E}"/>
              </a:ext>
            </a:extLst>
          </p:cNvPr>
          <p:cNvSpPr/>
          <p:nvPr/>
        </p:nvSpPr>
        <p:spPr>
          <a:xfrm>
            <a:off x="9766499" y="318194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CFAE07-4F4B-214D-FC90-3F35741CFDD0}"/>
              </a:ext>
            </a:extLst>
          </p:cNvPr>
          <p:cNvSpPr/>
          <p:nvPr/>
        </p:nvSpPr>
        <p:spPr>
          <a:xfrm>
            <a:off x="11998841" y="3122433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A60C4D8-7A04-587C-5A6B-DE68E0E7A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2381" y="2242885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B731A50-838D-2F57-9D45-2031630E4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4153" y="3956050"/>
            <a:ext cx="441998" cy="373412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28A5B4-0E09-8A04-CB40-EFAABC9CCFAF}"/>
              </a:ext>
            </a:extLst>
          </p:cNvPr>
          <p:cNvSpPr/>
          <p:nvPr/>
        </p:nvSpPr>
        <p:spPr>
          <a:xfrm>
            <a:off x="12171992" y="4420336"/>
            <a:ext cx="73593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9353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사용자 지정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2025-08-08T06:49:25Z</dcterms:modified>
</cp:coreProperties>
</file>