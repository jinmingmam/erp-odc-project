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3"/>
  </p:notesMasterIdLst>
  <p:sldIdLst>
    <p:sldId id="258" r:id="rId2"/>
  </p:sldIdLst>
  <p:sldSz cx="14065250" cy="7912100"/>
  <p:notesSz cx="6858000" cy="9144000"/>
  <p:custDataLst>
    <p:tags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3721" autoAdjust="0"/>
  </p:normalViewPr>
  <p:slideViewPr>
    <p:cSldViewPr snapToGrid="0">
      <p:cViewPr varScale="1">
        <p:scale>
          <a:sx n="87" d="100"/>
          <a:sy n="87" d="100"/>
        </p:scale>
        <p:origin x="100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237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44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690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5479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6403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2212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4513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13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889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120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92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1886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4351D7F-61E0-9D3A-5888-95265EECE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483" y="1486205"/>
            <a:ext cx="9609653" cy="214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96085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EWTYPE" val="newtype"/>
</p:tagLst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0</Words>
  <Application>Microsoft Office PowerPoint</Application>
  <PresentationFormat>사용자 지정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2025-08-13T01:26:23Z</dcterms:modified>
</cp:coreProperties>
</file>