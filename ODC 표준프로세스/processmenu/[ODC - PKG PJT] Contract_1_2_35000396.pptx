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11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276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216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6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96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37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00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96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16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638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456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4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46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26" Type="http://schemas.openxmlformats.org/officeDocument/2006/relationships/image" Target="../media/image25.png"/><Relationship Id="rId3" Type="http://schemas.openxmlformats.org/officeDocument/2006/relationships/image" Target="../media/image2.emf"/><Relationship Id="rId21" Type="http://schemas.openxmlformats.org/officeDocument/2006/relationships/image" Target="../media/image20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5" Type="http://schemas.openxmlformats.org/officeDocument/2006/relationships/image" Target="../media/image24.emf"/><Relationship Id="rId33" Type="http://schemas.openxmlformats.org/officeDocument/2006/relationships/image" Target="../media/image3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3.emf"/><Relationship Id="rId32" Type="http://schemas.openxmlformats.org/officeDocument/2006/relationships/image" Target="../media/image31.png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23" Type="http://schemas.openxmlformats.org/officeDocument/2006/relationships/image" Target="../media/image22.emf"/><Relationship Id="rId28" Type="http://schemas.openxmlformats.org/officeDocument/2006/relationships/image" Target="../media/image27.png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31" Type="http://schemas.openxmlformats.org/officeDocument/2006/relationships/image" Target="../media/image30.svg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Relationship Id="rId22" Type="http://schemas.openxmlformats.org/officeDocument/2006/relationships/image" Target="../media/image21.emf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FEE73F-442D-01F4-5B8C-C5239B3FB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47" y="532711"/>
            <a:ext cx="7358693" cy="585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1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161</Words>
  <Application>Microsoft Office PowerPoint</Application>
  <PresentationFormat>사용자 지정</PresentationFormat>
  <Paragraphs>53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2025-08-14T07:02:36Z</dcterms:modified>
</cp:coreProperties>
</file>