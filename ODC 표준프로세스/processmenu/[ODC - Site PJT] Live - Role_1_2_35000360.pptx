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81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81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266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36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45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75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788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21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8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45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64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612D74-7907-43F9-B1C6-BF5F67D16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07" y="2291428"/>
            <a:ext cx="10585798" cy="239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84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2025-08-12T02:20:04Z</dcterms:modified>
</cp:coreProperties>
</file>