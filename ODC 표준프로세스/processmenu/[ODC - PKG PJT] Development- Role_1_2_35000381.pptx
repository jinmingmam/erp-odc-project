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16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539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9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6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404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92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622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791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235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81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625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41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749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0BE09C7-40A0-B947-267E-E46884B85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78" y="1082842"/>
            <a:ext cx="12990464" cy="570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923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2025-08-22T00:32:39Z</dcterms:modified>
</cp:coreProperties>
</file>