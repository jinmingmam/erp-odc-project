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9" r:id="rId2"/>
    <p:sldId id="257" r:id="rId3"/>
  </p:sldIdLst>
  <p:sldSz cx="14065250" cy="7912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0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06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9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976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190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5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93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33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212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73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8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863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943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55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emf"/><Relationship Id="rId18" Type="http://schemas.openxmlformats.org/officeDocument/2006/relationships/image" Target="../media/image19.emf"/><Relationship Id="rId26" Type="http://schemas.openxmlformats.org/officeDocument/2006/relationships/image" Target="../media/image27.png"/><Relationship Id="rId3" Type="http://schemas.openxmlformats.org/officeDocument/2006/relationships/image" Target="../media/image6.emf"/><Relationship Id="rId21" Type="http://schemas.openxmlformats.org/officeDocument/2006/relationships/image" Target="../media/image22.emf"/><Relationship Id="rId7" Type="http://schemas.openxmlformats.org/officeDocument/2006/relationships/image" Target="../media/image9.emf"/><Relationship Id="rId12" Type="http://schemas.openxmlformats.org/officeDocument/2006/relationships/image" Target="../media/image2.emf"/><Relationship Id="rId17" Type="http://schemas.openxmlformats.org/officeDocument/2006/relationships/image" Target="../media/image18.emf"/><Relationship Id="rId25" Type="http://schemas.openxmlformats.org/officeDocument/2006/relationships/image" Target="../media/image26.emf"/><Relationship Id="rId33" Type="http://schemas.openxmlformats.org/officeDocument/2006/relationships/image" Target="../media/image3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emf"/><Relationship Id="rId20" Type="http://schemas.openxmlformats.org/officeDocument/2006/relationships/image" Target="../media/image21.emf"/><Relationship Id="rId29" Type="http://schemas.openxmlformats.org/officeDocument/2006/relationships/image" Target="../media/image3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24" Type="http://schemas.openxmlformats.org/officeDocument/2006/relationships/image" Target="../media/image25.emf"/><Relationship Id="rId32" Type="http://schemas.openxmlformats.org/officeDocument/2006/relationships/image" Target="../media/image33.png"/><Relationship Id="rId5" Type="http://schemas.openxmlformats.org/officeDocument/2006/relationships/image" Target="../media/image7.emf"/><Relationship Id="rId15" Type="http://schemas.openxmlformats.org/officeDocument/2006/relationships/image" Target="../media/image16.emf"/><Relationship Id="rId23" Type="http://schemas.openxmlformats.org/officeDocument/2006/relationships/image" Target="../media/image24.emf"/><Relationship Id="rId28" Type="http://schemas.openxmlformats.org/officeDocument/2006/relationships/image" Target="../media/image29.png"/><Relationship Id="rId10" Type="http://schemas.openxmlformats.org/officeDocument/2006/relationships/image" Target="../media/image12.emf"/><Relationship Id="rId19" Type="http://schemas.openxmlformats.org/officeDocument/2006/relationships/image" Target="../media/image20.emf"/><Relationship Id="rId31" Type="http://schemas.openxmlformats.org/officeDocument/2006/relationships/image" Target="../media/image32.svg"/><Relationship Id="rId4" Type="http://schemas.openxmlformats.org/officeDocument/2006/relationships/image" Target="../media/image1.emf"/><Relationship Id="rId9" Type="http://schemas.openxmlformats.org/officeDocument/2006/relationships/image" Target="../media/image11.emf"/><Relationship Id="rId14" Type="http://schemas.openxmlformats.org/officeDocument/2006/relationships/image" Target="../media/image15.emf"/><Relationship Id="rId22" Type="http://schemas.openxmlformats.org/officeDocument/2006/relationships/image" Target="../media/image23.emf"/><Relationship Id="rId27" Type="http://schemas.openxmlformats.org/officeDocument/2006/relationships/image" Target="../media/image28.svg"/><Relationship Id="rId30" Type="http://schemas.openxmlformats.org/officeDocument/2006/relationships/image" Target="../media/image31.png"/><Relationship Id="rId8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CFDEA00-59A9-E15A-B2EA-BBF89CE8209C}"/>
              </a:ext>
            </a:extLst>
          </p:cNvPr>
          <p:cNvGrpSpPr/>
          <p:nvPr/>
        </p:nvGrpSpPr>
        <p:grpSpPr>
          <a:xfrm>
            <a:off x="681450" y="510457"/>
            <a:ext cx="1991058" cy="1303705"/>
            <a:chOff x="1198084" y="1976997"/>
            <a:chExt cx="1725885" cy="11300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22B6569-304C-B900-D4EC-86AF8F583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9666E4-5215-0753-A435-FB743CEC5C7B}"/>
                </a:ext>
              </a:extLst>
            </p:cNvPr>
            <p:cNvSpPr txBox="1"/>
            <p:nvPr/>
          </p:nvSpPr>
          <p:spPr>
            <a:xfrm>
              <a:off x="1198084" y="2546821"/>
              <a:ext cx="1725885" cy="5602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Project </a:t>
              </a:r>
            </a:p>
            <a:p>
              <a:pPr algn="ctr"/>
              <a:r>
                <a:rPr lang="en-US" altLang="ko-KR" dirty="0"/>
                <a:t>Management Entry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BEB023A-3B9C-66B3-B4EA-A20787AD2715}"/>
              </a:ext>
            </a:extLst>
          </p:cNvPr>
          <p:cNvGrpSpPr/>
          <p:nvPr/>
        </p:nvGrpSpPr>
        <p:grpSpPr>
          <a:xfrm>
            <a:off x="3343290" y="523287"/>
            <a:ext cx="1796454" cy="1303705"/>
            <a:chOff x="1282425" y="1976997"/>
            <a:chExt cx="1557198" cy="113007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296ECE3-CF2F-F482-7114-0191E1225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E63B30-84A0-3640-0524-7138811AC22F}"/>
                </a:ext>
              </a:extLst>
            </p:cNvPr>
            <p:cNvSpPr txBox="1"/>
            <p:nvPr/>
          </p:nvSpPr>
          <p:spPr>
            <a:xfrm>
              <a:off x="1282425" y="2546821"/>
              <a:ext cx="1557198" cy="5602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Project </a:t>
              </a:r>
            </a:p>
            <a:p>
              <a:pPr algn="ctr"/>
              <a:r>
                <a:rPr lang="en-US" altLang="ko-KR" dirty="0"/>
                <a:t>PIC Management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11" name="직선 화살표 연결선 159">
            <a:extLst>
              <a:ext uri="{FF2B5EF4-FFF2-40B4-BE49-F238E27FC236}">
                <a16:creationId xmlns:a16="http://schemas.microsoft.com/office/drawing/2014/main" id="{76395031-A743-7BEA-C8F4-2B2191C7E25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097157" y="852466"/>
            <a:ext cx="1724180" cy="1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B44AAF1-EF81-23A0-9840-C1482732748C}"/>
              </a:ext>
            </a:extLst>
          </p:cNvPr>
          <p:cNvGrpSpPr/>
          <p:nvPr/>
        </p:nvGrpSpPr>
        <p:grpSpPr>
          <a:xfrm>
            <a:off x="928734" y="3240461"/>
            <a:ext cx="2820879" cy="459751"/>
            <a:chOff x="1312732" y="4491037"/>
            <a:chExt cx="2445187" cy="39852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74C305C-12D5-CDFB-7BCA-7A45C9F7F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4D4D47A-F6D8-82EF-6A7A-627E4E9FEECE}"/>
                </a:ext>
              </a:extLst>
            </p:cNvPr>
            <p:cNvSpPr txBox="1"/>
            <p:nvPr/>
          </p:nvSpPr>
          <p:spPr>
            <a:xfrm>
              <a:off x="1710945" y="4530227"/>
              <a:ext cx="2046974" cy="320143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dirty="0"/>
                <a:t>Project Capacity Inquiry</a:t>
              </a:r>
              <a:endParaRPr lang="en-US" altLang="ko-KR" sz="1268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1BDEBB-6A4F-50CB-DFB2-82FE3ADED85A}"/>
              </a:ext>
            </a:extLst>
          </p:cNvPr>
          <p:cNvGrpSpPr/>
          <p:nvPr/>
        </p:nvGrpSpPr>
        <p:grpSpPr>
          <a:xfrm>
            <a:off x="959839" y="3925158"/>
            <a:ext cx="3281710" cy="459751"/>
            <a:chOff x="1312732" y="4491037"/>
            <a:chExt cx="2844643" cy="39852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2A520A48-FED8-7262-5681-E35997E3E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0B34DD8-50DA-AB67-E0FF-DFF0C387F3FC}"/>
                </a:ext>
              </a:extLst>
            </p:cNvPr>
            <p:cNvSpPr txBox="1"/>
            <p:nvPr/>
          </p:nvSpPr>
          <p:spPr>
            <a:xfrm>
              <a:off x="1710945" y="4530227"/>
              <a:ext cx="2446430" cy="320143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dirty="0"/>
                <a:t>Project Management Inquiry</a:t>
              </a:r>
              <a:endParaRPr lang="en-US" altLang="ko-KR" sz="1268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7D39ACD-512A-D1FD-F39F-EF0D28B288FF}"/>
              </a:ext>
            </a:extLst>
          </p:cNvPr>
          <p:cNvGrpSpPr/>
          <p:nvPr/>
        </p:nvGrpSpPr>
        <p:grpSpPr>
          <a:xfrm>
            <a:off x="5363052" y="3925158"/>
            <a:ext cx="4130853" cy="459751"/>
            <a:chOff x="1312732" y="4491037"/>
            <a:chExt cx="3580695" cy="398520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D7CAC139-4AD9-BE46-38E1-5A3057A2B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6399A35-6DE2-26A6-6F81-F8D1026341A9}"/>
                </a:ext>
              </a:extLst>
            </p:cNvPr>
            <p:cNvSpPr txBox="1"/>
            <p:nvPr/>
          </p:nvSpPr>
          <p:spPr>
            <a:xfrm>
              <a:off x="1710945" y="4530226"/>
              <a:ext cx="3182482" cy="320143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dirty="0"/>
                <a:t>Project Management Program Inquiry</a:t>
              </a:r>
              <a:endParaRPr lang="en-US" altLang="ko-KR" sz="1268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C82AEDAA-339B-4885-8EC4-1E185AF48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6890" y="341072"/>
            <a:ext cx="710174" cy="71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33093E-F310-78B3-B4D3-28EC07C4231D}"/>
              </a:ext>
            </a:extLst>
          </p:cNvPr>
          <p:cNvSpPr txBox="1"/>
          <p:nvPr/>
        </p:nvSpPr>
        <p:spPr>
          <a:xfrm>
            <a:off x="9945818" y="1084583"/>
            <a:ext cx="144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Download</a:t>
            </a:r>
          </a:p>
          <a:p>
            <a:r>
              <a:rPr lang="en-US" altLang="ko-KR" dirty="0"/>
              <a:t>Excel Format</a:t>
            </a:r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35366CC-F23B-81FC-9931-711C411B2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9809" y="305313"/>
            <a:ext cx="975445" cy="861135"/>
          </a:xfrm>
          <a:prstGeom prst="rect">
            <a:avLst/>
          </a:prstGeom>
        </p:spPr>
      </p:pic>
      <p:cxnSp>
        <p:nvCxnSpPr>
          <p:cNvPr id="29" name="직선 화살표 연결선 159">
            <a:extLst>
              <a:ext uri="{FF2B5EF4-FFF2-40B4-BE49-F238E27FC236}">
                <a16:creationId xmlns:a16="http://schemas.microsoft.com/office/drawing/2014/main" id="{8A6E5287-96B5-AC66-97FC-1F470128FBA3}"/>
              </a:ext>
            </a:extLst>
          </p:cNvPr>
          <p:cNvCxnSpPr>
            <a:cxnSpLocks/>
          </p:cNvCxnSpPr>
          <p:nvPr/>
        </p:nvCxnSpPr>
        <p:spPr>
          <a:xfrm>
            <a:off x="10927064" y="696159"/>
            <a:ext cx="1020294" cy="0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8F472D1-6662-DF28-4965-15A613BB8F21}"/>
              </a:ext>
            </a:extLst>
          </p:cNvPr>
          <p:cNvSpPr txBox="1"/>
          <p:nvPr/>
        </p:nvSpPr>
        <p:spPr>
          <a:xfrm>
            <a:off x="12156614" y="1162310"/>
            <a:ext cx="144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Teams share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DD0D176-D193-4EDC-01DC-39422D78A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680" y="536688"/>
            <a:ext cx="2758679" cy="670618"/>
          </a:xfrm>
          <a:prstGeom prst="rect">
            <a:avLst/>
          </a:prstGeom>
        </p:spPr>
      </p:pic>
      <p:cxnSp>
        <p:nvCxnSpPr>
          <p:cNvPr id="10" name="직선 화살표 연결선 159">
            <a:extLst>
              <a:ext uri="{FF2B5EF4-FFF2-40B4-BE49-F238E27FC236}">
                <a16:creationId xmlns:a16="http://schemas.microsoft.com/office/drawing/2014/main" id="{5D637286-211D-86D9-9D83-CA8D95AC8148}"/>
              </a:ext>
            </a:extLst>
          </p:cNvPr>
          <p:cNvCxnSpPr>
            <a:cxnSpLocks/>
          </p:cNvCxnSpPr>
          <p:nvPr/>
        </p:nvCxnSpPr>
        <p:spPr>
          <a:xfrm>
            <a:off x="4585598" y="851974"/>
            <a:ext cx="1526444" cy="0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DF21EB-9631-BEBB-03B4-78CA9FCF7F68}"/>
              </a:ext>
            </a:extLst>
          </p:cNvPr>
          <p:cNvSpPr txBox="1"/>
          <p:nvPr/>
        </p:nvSpPr>
        <p:spPr>
          <a:xfrm>
            <a:off x="6266216" y="1198608"/>
            <a:ext cx="2346155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HQ Pro-Studio </a:t>
            </a:r>
          </a:p>
          <a:p>
            <a:pPr algn="ctr"/>
            <a:r>
              <a:rPr lang="en-US" altLang="ko-KR" sz="1600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register </a:t>
            </a:r>
            <a:r>
              <a:rPr lang="en-US" altLang="ko-KR" sz="1600" spc="-58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Pgm</a:t>
            </a:r>
            <a:r>
              <a:rPr lang="en-US" altLang="ko-KR" sz="1600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Information</a:t>
            </a:r>
          </a:p>
          <a:p>
            <a:pPr algn="ctr"/>
            <a:r>
              <a:rPr lang="en-US" altLang="ko-KR" sz="1600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By ODC</a:t>
            </a:r>
            <a:r>
              <a:rPr lang="ko-KR" altLang="en-US" sz="1600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600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–</a:t>
            </a:r>
            <a:r>
              <a:rPr lang="ko-KR" altLang="en-US" sz="1600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600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HQ</a:t>
            </a:r>
            <a:r>
              <a:rPr lang="ko-KR" altLang="en-US" sz="1600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en-US" altLang="ko-KR" sz="1600" spc="-58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939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191</Words>
  <Application>Microsoft Office PowerPoint</Application>
  <PresentationFormat>사용자 지정</PresentationFormat>
  <Paragraphs>66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2025-10-10T06:57:43Z</dcterms:modified>
</cp:coreProperties>
</file>