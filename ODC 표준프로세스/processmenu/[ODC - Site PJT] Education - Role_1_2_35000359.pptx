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47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72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040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16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39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54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59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098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2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586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589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495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35310CA-A4A6-B892-80F2-545BCCF7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375" y="2809385"/>
            <a:ext cx="7591059" cy="168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9744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2025-08-12T02:19:56Z</dcterms:modified>
</cp:coreProperties>
</file>