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84277" autoAdjust="0"/>
  </p:normalViewPr>
  <p:slideViewPr>
    <p:cSldViewPr snapToGrid="0">
      <p:cViewPr varScale="1">
        <p:scale>
          <a:sx n="81" d="100"/>
          <a:sy n="81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DAFB6-2225-4C47-98AE-5BA24CB322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494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36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45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18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9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53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5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72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41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43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345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234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71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74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D8CB64-9DA9-CA17-A52D-6AB15BEB5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5" y="889686"/>
            <a:ext cx="12312563" cy="6932141"/>
          </a:xfrm>
          <a:prstGeom prst="rect">
            <a:avLst/>
          </a:prstGeom>
        </p:spPr>
      </p:pic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05E080EC-B919-E2D3-790E-BB3258DFD277}"/>
              </a:ext>
            </a:extLst>
          </p:cNvPr>
          <p:cNvSpPr/>
          <p:nvPr/>
        </p:nvSpPr>
        <p:spPr>
          <a:xfrm>
            <a:off x="213615" y="90273"/>
            <a:ext cx="2120900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16374218-EC75-4D38-DB6C-EE73C8C1E7B9}"/>
              </a:ext>
            </a:extLst>
          </p:cNvPr>
          <p:cNvSpPr/>
          <p:nvPr/>
        </p:nvSpPr>
        <p:spPr>
          <a:xfrm>
            <a:off x="2230335" y="90273"/>
            <a:ext cx="2262188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D74BC4E0-E4E2-30A5-C1E4-D0F8F730B02B}"/>
              </a:ext>
            </a:extLst>
          </p:cNvPr>
          <p:cNvSpPr/>
          <p:nvPr/>
        </p:nvSpPr>
        <p:spPr>
          <a:xfrm>
            <a:off x="4442723" y="90273"/>
            <a:ext cx="1819275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1BE2C876-9B4A-0D50-258F-55162F32F7BB}"/>
              </a:ext>
            </a:extLst>
          </p:cNvPr>
          <p:cNvSpPr/>
          <p:nvPr/>
        </p:nvSpPr>
        <p:spPr>
          <a:xfrm>
            <a:off x="6174677" y="956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E9BEC0BC-B239-D4B4-E887-9D268DFF5D58}"/>
              </a:ext>
            </a:extLst>
          </p:cNvPr>
          <p:cNvSpPr/>
          <p:nvPr/>
        </p:nvSpPr>
        <p:spPr>
          <a:xfrm>
            <a:off x="8056330" y="90273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678DBD7F-37B2-DED1-9E04-CC975739CEAF}"/>
              </a:ext>
            </a:extLst>
          </p:cNvPr>
          <p:cNvSpPr/>
          <p:nvPr/>
        </p:nvSpPr>
        <p:spPr>
          <a:xfrm>
            <a:off x="9716390" y="70293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492BF4-4B0F-57EE-5BBD-DACE77D97024}"/>
              </a:ext>
            </a:extLst>
          </p:cNvPr>
          <p:cNvSpPr/>
          <p:nvPr/>
        </p:nvSpPr>
        <p:spPr>
          <a:xfrm>
            <a:off x="12799012" y="1936184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A4A40E4-F697-5EA2-1052-D5FAEFDF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2552" y="1056636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0D982A-8849-F975-F6D5-DCB49CA55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4713" y="2992223"/>
            <a:ext cx="441998" cy="37341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605AC5-B477-067D-279E-2B30E9CE1129}"/>
              </a:ext>
            </a:extLst>
          </p:cNvPr>
          <p:cNvSpPr/>
          <p:nvPr/>
        </p:nvSpPr>
        <p:spPr>
          <a:xfrm>
            <a:off x="12942552" y="3456509"/>
            <a:ext cx="73593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70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사용자 지정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2025-08-08T07:29:09Z</dcterms:modified>
</cp:coreProperties>
</file>