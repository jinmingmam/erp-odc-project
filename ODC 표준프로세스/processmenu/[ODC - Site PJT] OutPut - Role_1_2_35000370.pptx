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64" d="100"/>
          <a:sy n="64" d="100"/>
        </p:scale>
        <p:origin x="105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407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006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758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648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491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128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557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128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640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832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009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291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7536B1C-5955-913A-7F3C-188EBC05B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37" y="874893"/>
            <a:ext cx="13288732" cy="234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7494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2026-03-11T00:37:20Z</dcterms:modified>
</cp:coreProperties>
</file>