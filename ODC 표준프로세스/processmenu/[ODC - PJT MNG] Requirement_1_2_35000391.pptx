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19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8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53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16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70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1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0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64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7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93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35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32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92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3.emf"/><Relationship Id="rId21" Type="http://schemas.openxmlformats.org/officeDocument/2006/relationships/image" Target="../media/image19.emf"/><Relationship Id="rId7" Type="http://schemas.openxmlformats.org/officeDocument/2006/relationships/image" Target="../media/image6.emf"/><Relationship Id="rId12" Type="http://schemas.openxmlformats.org/officeDocument/2006/relationships/image" Target="../media/image2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4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9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8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413AC26-1487-9E99-F056-A03A102251B7}"/>
              </a:ext>
            </a:extLst>
          </p:cNvPr>
          <p:cNvGrpSpPr/>
          <p:nvPr/>
        </p:nvGrpSpPr>
        <p:grpSpPr>
          <a:xfrm>
            <a:off x="1158497" y="759058"/>
            <a:ext cx="888962" cy="945018"/>
            <a:chOff x="1675742" y="1976997"/>
            <a:chExt cx="770568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7CA17DB-5BA1-DDD5-A4D0-362B6C23E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839961-A184-1D1F-FEED-8F734FE984AC}"/>
                </a:ext>
              </a:extLst>
            </p:cNvPr>
            <p:cNvSpPr txBox="1"/>
            <p:nvPr/>
          </p:nvSpPr>
          <p:spPr>
            <a:xfrm>
              <a:off x="1675742" y="2546821"/>
              <a:ext cx="77056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As Is Entry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6A26CA3-2B36-83B8-C8D3-6AE3E3A04B1C}"/>
              </a:ext>
            </a:extLst>
          </p:cNvPr>
          <p:cNvGrpSpPr/>
          <p:nvPr/>
        </p:nvGrpSpPr>
        <p:grpSpPr>
          <a:xfrm>
            <a:off x="2669660" y="759058"/>
            <a:ext cx="1911934" cy="945018"/>
            <a:chOff x="1232385" y="1976997"/>
            <a:chExt cx="1657299" cy="8191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74E3A56-23A8-AFBD-D59B-35F05EFE7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1B9045-048E-E783-4B57-C4F87CE7D389}"/>
                </a:ext>
              </a:extLst>
            </p:cNvPr>
            <p:cNvSpPr txBox="1"/>
            <p:nvPr/>
          </p:nvSpPr>
          <p:spPr>
            <a:xfrm>
              <a:off x="1232385" y="2546821"/>
              <a:ext cx="1657299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Requirement Define Entry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8B341F2-EFDF-E764-E5C8-4FE68A2F51A8}"/>
              </a:ext>
            </a:extLst>
          </p:cNvPr>
          <p:cNvGrpSpPr/>
          <p:nvPr/>
        </p:nvGrpSpPr>
        <p:grpSpPr>
          <a:xfrm>
            <a:off x="5520015" y="759058"/>
            <a:ext cx="2057678" cy="945018"/>
            <a:chOff x="1169218" y="1976997"/>
            <a:chExt cx="1783632" cy="8191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1F6C425-AB1A-E223-EBB0-EF1572F46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B6BC55-6F5E-8076-2156-D0FB70ECDD4F}"/>
                </a:ext>
              </a:extLst>
            </p:cNvPr>
            <p:cNvSpPr txBox="1"/>
            <p:nvPr/>
          </p:nvSpPr>
          <p:spPr>
            <a:xfrm>
              <a:off x="1169218" y="2546821"/>
              <a:ext cx="1783632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Requirement Program Entry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AFF4D23-C118-7B5C-F577-5AE6A43D6222}"/>
              </a:ext>
            </a:extLst>
          </p:cNvPr>
          <p:cNvGrpSpPr/>
          <p:nvPr/>
        </p:nvGrpSpPr>
        <p:grpSpPr>
          <a:xfrm>
            <a:off x="1526420" y="4837862"/>
            <a:ext cx="2373577" cy="459751"/>
            <a:chOff x="1312732" y="4491037"/>
            <a:chExt cx="2057456" cy="39852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86FBB33-EF03-8E6A-EC0F-D879D6B49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058D75-5FCD-43B0-D5CF-DA3C278BF195}"/>
                </a:ext>
              </a:extLst>
            </p:cNvPr>
            <p:cNvSpPr txBox="1"/>
            <p:nvPr/>
          </p:nvSpPr>
          <p:spPr>
            <a:xfrm>
              <a:off x="1710945" y="4565714"/>
              <a:ext cx="1659243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Inquiry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5AB5BF-79BD-43AE-9577-6743CCC4F30C}"/>
              </a:ext>
            </a:extLst>
          </p:cNvPr>
          <p:cNvGrpSpPr/>
          <p:nvPr/>
        </p:nvGrpSpPr>
        <p:grpSpPr>
          <a:xfrm>
            <a:off x="1526420" y="5349996"/>
            <a:ext cx="3294278" cy="459751"/>
            <a:chOff x="1312732" y="4491037"/>
            <a:chExt cx="2855535" cy="39852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729C61F-3BEE-77DF-4B0D-B9AC73AD9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EE482B-B941-EE0A-1177-C88177575D1A}"/>
                </a:ext>
              </a:extLst>
            </p:cNvPr>
            <p:cNvSpPr txBox="1"/>
            <p:nvPr/>
          </p:nvSpPr>
          <p:spPr>
            <a:xfrm>
              <a:off x="1710945" y="4565714"/>
              <a:ext cx="2457322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Compare By Version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469A194-7C8B-BD30-F44A-9F7E6CF82236}"/>
              </a:ext>
            </a:extLst>
          </p:cNvPr>
          <p:cNvGrpSpPr/>
          <p:nvPr/>
        </p:nvGrpSpPr>
        <p:grpSpPr>
          <a:xfrm>
            <a:off x="5433814" y="4837861"/>
            <a:ext cx="2781573" cy="459751"/>
            <a:chOff x="1312732" y="4491037"/>
            <a:chExt cx="2411114" cy="39852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43CE119-887C-1CF1-6207-9D526E3C8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0C62A8-EFBB-05FD-BEEA-781FC7B0AC04}"/>
                </a:ext>
              </a:extLst>
            </p:cNvPr>
            <p:cNvSpPr txBox="1"/>
            <p:nvPr/>
          </p:nvSpPr>
          <p:spPr>
            <a:xfrm>
              <a:off x="1710945" y="4565714"/>
              <a:ext cx="2012901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Detail Inquiry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7C0E51F-BF52-B462-A2D0-264A9A6DDCEC}"/>
              </a:ext>
            </a:extLst>
          </p:cNvPr>
          <p:cNvGrpSpPr/>
          <p:nvPr/>
        </p:nvGrpSpPr>
        <p:grpSpPr>
          <a:xfrm>
            <a:off x="5423758" y="5349995"/>
            <a:ext cx="2845117" cy="459751"/>
            <a:chOff x="1312732" y="4491037"/>
            <a:chExt cx="2466195" cy="39852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1CA1AA1-D1B5-525B-EF1D-6C133488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945C7D-98CE-43ED-17FE-46C3E4AFB413}"/>
                </a:ext>
              </a:extLst>
            </p:cNvPr>
            <p:cNvSpPr txBox="1"/>
            <p:nvPr/>
          </p:nvSpPr>
          <p:spPr>
            <a:xfrm>
              <a:off x="1710945" y="4565714"/>
              <a:ext cx="2067982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Program Item Inquiry</a:t>
              </a:r>
            </a:p>
          </p:txBody>
        </p:sp>
      </p:grpSp>
      <p:cxnSp>
        <p:nvCxnSpPr>
          <p:cNvPr id="24" name="직선 화살표 연결선 159">
            <a:extLst>
              <a:ext uri="{FF2B5EF4-FFF2-40B4-BE49-F238E27FC236}">
                <a16:creationId xmlns:a16="http://schemas.microsoft.com/office/drawing/2014/main" id="{FBD38E0E-1182-D0A7-B971-2E279E4A7315}"/>
              </a:ext>
            </a:extLst>
          </p:cNvPr>
          <p:cNvCxnSpPr>
            <a:cxnSpLocks/>
          </p:cNvCxnSpPr>
          <p:nvPr/>
        </p:nvCxnSpPr>
        <p:spPr>
          <a:xfrm>
            <a:off x="2026003" y="1079877"/>
            <a:ext cx="1075490" cy="0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159">
            <a:extLst>
              <a:ext uri="{FF2B5EF4-FFF2-40B4-BE49-F238E27FC236}">
                <a16:creationId xmlns:a16="http://schemas.microsoft.com/office/drawing/2014/main" id="{9B5819C7-C508-AD44-A207-53A5925C58A7}"/>
              </a:ext>
            </a:extLst>
          </p:cNvPr>
          <p:cNvCxnSpPr>
            <a:cxnSpLocks/>
          </p:cNvCxnSpPr>
          <p:nvPr/>
        </p:nvCxnSpPr>
        <p:spPr>
          <a:xfrm flipV="1">
            <a:off x="4123118" y="1086382"/>
            <a:ext cx="1692867" cy="2727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186</Words>
  <Application>Microsoft Office PowerPoint</Application>
  <PresentationFormat>사용자 지정</PresentationFormat>
  <Paragraphs>60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2025-08-14T06:40:31Z</dcterms:modified>
</cp:coreProperties>
</file>