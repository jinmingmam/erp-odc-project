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1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82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28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80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2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35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0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05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98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97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867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63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09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png"/><Relationship Id="rId3" Type="http://schemas.openxmlformats.org/officeDocument/2006/relationships/image" Target="../media/image5.emf"/><Relationship Id="rId21" Type="http://schemas.openxmlformats.org/officeDocument/2006/relationships/image" Target="../media/image21.emf"/><Relationship Id="rId7" Type="http://schemas.openxmlformats.org/officeDocument/2006/relationships/image" Target="../media/image8.emf"/><Relationship Id="rId12" Type="http://schemas.openxmlformats.org/officeDocument/2006/relationships/image" Target="../media/image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24" Type="http://schemas.openxmlformats.org/officeDocument/2006/relationships/image" Target="../media/image24.emf"/><Relationship Id="rId32" Type="http://schemas.openxmlformats.org/officeDocument/2006/relationships/image" Target="../media/image32.png"/><Relationship Id="rId5" Type="http://schemas.openxmlformats.org/officeDocument/2006/relationships/image" Target="../media/image6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28" Type="http://schemas.openxmlformats.org/officeDocument/2006/relationships/image" Target="../media/image28.png"/><Relationship Id="rId10" Type="http://schemas.openxmlformats.org/officeDocument/2006/relationships/image" Target="../media/image11.emf"/><Relationship Id="rId19" Type="http://schemas.openxmlformats.org/officeDocument/2006/relationships/image" Target="../media/image19.emf"/><Relationship Id="rId31" Type="http://schemas.openxmlformats.org/officeDocument/2006/relationships/image" Target="../media/image31.svg"/><Relationship Id="rId4" Type="http://schemas.openxmlformats.org/officeDocument/2006/relationships/image" Target="../media/image1.emf"/><Relationship Id="rId9" Type="http://schemas.openxmlformats.org/officeDocument/2006/relationships/image" Target="../media/image10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Relationship Id="rId27" Type="http://schemas.openxmlformats.org/officeDocument/2006/relationships/image" Target="../media/image27.svg"/><Relationship Id="rId30" Type="http://schemas.openxmlformats.org/officeDocument/2006/relationships/image" Target="../media/image30.png"/><Relationship Id="rId8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FDEA00-59A9-E15A-B2EA-BBF89CE8209C}"/>
              </a:ext>
            </a:extLst>
          </p:cNvPr>
          <p:cNvGrpSpPr/>
          <p:nvPr/>
        </p:nvGrpSpPr>
        <p:grpSpPr>
          <a:xfrm>
            <a:off x="771353" y="381042"/>
            <a:ext cx="1155124" cy="1026707"/>
            <a:chOff x="1560384" y="1976997"/>
            <a:chExt cx="1001282" cy="88996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22B6569-304C-B900-D4EC-86AF8F583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9666E4-5215-0753-A435-FB743CEC5C7B}"/>
                </a:ext>
              </a:extLst>
            </p:cNvPr>
            <p:cNvSpPr txBox="1"/>
            <p:nvPr/>
          </p:nvSpPr>
          <p:spPr>
            <a:xfrm>
              <a:off x="1560384" y="2546821"/>
              <a:ext cx="1001282" cy="32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As Is Entry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BEB023A-3B9C-66B3-B4EA-A20787AD2715}"/>
              </a:ext>
            </a:extLst>
          </p:cNvPr>
          <p:cNvGrpSpPr/>
          <p:nvPr/>
        </p:nvGrpSpPr>
        <p:grpSpPr>
          <a:xfrm>
            <a:off x="3183702" y="393872"/>
            <a:ext cx="1459502" cy="1303705"/>
            <a:chOff x="1428463" y="1976997"/>
            <a:chExt cx="1265122" cy="11300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296ECE3-CF2F-F482-7114-0191E1225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E63B30-84A0-3640-0524-7138811AC22F}"/>
                </a:ext>
              </a:extLst>
            </p:cNvPr>
            <p:cNvSpPr txBox="1"/>
            <p:nvPr/>
          </p:nvSpPr>
          <p:spPr>
            <a:xfrm>
              <a:off x="1428463" y="2546821"/>
              <a:ext cx="1265122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Requirement </a:t>
              </a:r>
            </a:p>
            <a:p>
              <a:pPr algn="ctr"/>
              <a:r>
                <a:rPr lang="en-US" altLang="ko-KR" dirty="0"/>
                <a:t>Define Entry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67DBE8-1BC8-D1AA-9434-7EDF0899857C}"/>
              </a:ext>
            </a:extLst>
          </p:cNvPr>
          <p:cNvGrpSpPr/>
          <p:nvPr/>
        </p:nvGrpSpPr>
        <p:grpSpPr>
          <a:xfrm>
            <a:off x="6019991" y="381042"/>
            <a:ext cx="1528175" cy="1303705"/>
            <a:chOff x="1398699" y="1976997"/>
            <a:chExt cx="1324649" cy="113007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F21BE75-A4A3-85AB-A008-237DEFAE3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7B185C-C676-0E0B-9CE4-30D674B63918}"/>
                </a:ext>
              </a:extLst>
            </p:cNvPr>
            <p:cNvSpPr txBox="1"/>
            <p:nvPr/>
          </p:nvSpPr>
          <p:spPr>
            <a:xfrm>
              <a:off x="1398699" y="2546821"/>
              <a:ext cx="1324649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Requirement </a:t>
              </a:r>
            </a:p>
            <a:p>
              <a:pPr algn="ctr"/>
              <a:r>
                <a:rPr lang="en-US" altLang="ko-KR" dirty="0"/>
                <a:t>Program Entry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11" name="직선 화살표 연결선 159">
            <a:extLst>
              <a:ext uri="{FF2B5EF4-FFF2-40B4-BE49-F238E27FC236}">
                <a16:creationId xmlns:a16="http://schemas.microsoft.com/office/drawing/2014/main" id="{76395031-A743-7BEA-C8F4-2B2191C7E25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769093" y="723051"/>
            <a:ext cx="1724180" cy="1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59">
            <a:extLst>
              <a:ext uri="{FF2B5EF4-FFF2-40B4-BE49-F238E27FC236}">
                <a16:creationId xmlns:a16="http://schemas.microsoft.com/office/drawing/2014/main" id="{ED4AC8B9-1C01-FAB9-7CA1-A13100AEBAF8}"/>
              </a:ext>
            </a:extLst>
          </p:cNvPr>
          <p:cNvCxnSpPr>
            <a:cxnSpLocks/>
          </p:cNvCxnSpPr>
          <p:nvPr/>
        </p:nvCxnSpPr>
        <p:spPr>
          <a:xfrm flipV="1">
            <a:off x="4363100" y="709728"/>
            <a:ext cx="1724180" cy="1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B44AAF1-EF81-23A0-9840-C1482732748C}"/>
              </a:ext>
            </a:extLst>
          </p:cNvPr>
          <p:cNvGrpSpPr/>
          <p:nvPr/>
        </p:nvGrpSpPr>
        <p:grpSpPr>
          <a:xfrm>
            <a:off x="928734" y="3240461"/>
            <a:ext cx="3199700" cy="459751"/>
            <a:chOff x="1312732" y="4491037"/>
            <a:chExt cx="2773556" cy="39852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74C305C-12D5-CDFB-7BCA-7A45C9F7F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D4D47A-F6D8-82EF-6A7A-627E4E9FEECE}"/>
                </a:ext>
              </a:extLst>
            </p:cNvPr>
            <p:cNvSpPr txBox="1"/>
            <p:nvPr/>
          </p:nvSpPr>
          <p:spPr>
            <a:xfrm>
              <a:off x="1710945" y="4530227"/>
              <a:ext cx="2375343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Requirement Define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CB7C046-02C7-82B8-96A2-F6594027CE66}"/>
              </a:ext>
            </a:extLst>
          </p:cNvPr>
          <p:cNvGrpSpPr/>
          <p:nvPr/>
        </p:nvGrpSpPr>
        <p:grpSpPr>
          <a:xfrm>
            <a:off x="5363052" y="3274617"/>
            <a:ext cx="3799993" cy="459751"/>
            <a:chOff x="1312732" y="4491037"/>
            <a:chExt cx="3293900" cy="39852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B2E3B9F-EE8C-92CF-25BE-84586EF45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40248C-F90B-AAE6-32AE-4390D64E706E}"/>
                </a:ext>
              </a:extLst>
            </p:cNvPr>
            <p:cNvSpPr txBox="1"/>
            <p:nvPr/>
          </p:nvSpPr>
          <p:spPr>
            <a:xfrm>
              <a:off x="1710945" y="4530227"/>
              <a:ext cx="2895687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Requirement Define Detail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1BDEBB-6A4F-50CB-DFB2-82FE3ADED85A}"/>
              </a:ext>
            </a:extLst>
          </p:cNvPr>
          <p:cNvGrpSpPr/>
          <p:nvPr/>
        </p:nvGrpSpPr>
        <p:grpSpPr>
          <a:xfrm>
            <a:off x="959839" y="3925158"/>
            <a:ext cx="3864048" cy="459751"/>
            <a:chOff x="1312732" y="4491037"/>
            <a:chExt cx="3349424" cy="39852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A520A48-FED8-7262-5681-E35997E3E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B34DD8-50DA-AB67-E0FF-DFF0C387F3FC}"/>
                </a:ext>
              </a:extLst>
            </p:cNvPr>
            <p:cNvSpPr txBox="1"/>
            <p:nvPr/>
          </p:nvSpPr>
          <p:spPr>
            <a:xfrm>
              <a:off x="1710945" y="4530227"/>
              <a:ext cx="2951211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Requirement Program Item Inquiry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7D39ACD-512A-D1FD-F39F-EF0D28B288FF}"/>
              </a:ext>
            </a:extLst>
          </p:cNvPr>
          <p:cNvGrpSpPr/>
          <p:nvPr/>
        </p:nvGrpSpPr>
        <p:grpSpPr>
          <a:xfrm>
            <a:off x="5363052" y="3925158"/>
            <a:ext cx="4423369" cy="459751"/>
            <a:chOff x="1312732" y="4491037"/>
            <a:chExt cx="3834253" cy="39852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7CAC139-4AD9-BE46-38E1-5A3057A2B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399A35-6DE2-26A6-6F81-F8D1026341A9}"/>
                </a:ext>
              </a:extLst>
            </p:cNvPr>
            <p:cNvSpPr txBox="1"/>
            <p:nvPr/>
          </p:nvSpPr>
          <p:spPr>
            <a:xfrm>
              <a:off x="1710945" y="4530227"/>
              <a:ext cx="3436040" cy="320143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dirty="0"/>
                <a:t>Requirement Define Compare By Version</a:t>
              </a:r>
              <a:endPara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C82AEDAA-339B-4885-8EC4-1E185AF48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90" y="341072"/>
            <a:ext cx="710174" cy="71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33093E-F310-78B3-B4D3-28EC07C4231D}"/>
              </a:ext>
            </a:extLst>
          </p:cNvPr>
          <p:cNvSpPr txBox="1"/>
          <p:nvPr/>
        </p:nvSpPr>
        <p:spPr>
          <a:xfrm>
            <a:off x="9945818" y="1084583"/>
            <a:ext cx="144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Download</a:t>
            </a:r>
          </a:p>
          <a:p>
            <a:r>
              <a:rPr lang="en-US" altLang="ko-KR" dirty="0"/>
              <a:t>Excel Format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35366CC-F23B-81FC-9931-711C411B2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9809" y="305313"/>
            <a:ext cx="975445" cy="861135"/>
          </a:xfrm>
          <a:prstGeom prst="rect">
            <a:avLst/>
          </a:prstGeom>
        </p:spPr>
      </p:pic>
      <p:cxnSp>
        <p:nvCxnSpPr>
          <p:cNvPr id="29" name="직선 화살표 연결선 159">
            <a:extLst>
              <a:ext uri="{FF2B5EF4-FFF2-40B4-BE49-F238E27FC236}">
                <a16:creationId xmlns:a16="http://schemas.microsoft.com/office/drawing/2014/main" id="{8A6E5287-96B5-AC66-97FC-1F470128FBA3}"/>
              </a:ext>
            </a:extLst>
          </p:cNvPr>
          <p:cNvCxnSpPr>
            <a:cxnSpLocks/>
          </p:cNvCxnSpPr>
          <p:nvPr/>
        </p:nvCxnSpPr>
        <p:spPr>
          <a:xfrm>
            <a:off x="10927064" y="696159"/>
            <a:ext cx="1020294" cy="0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8F472D1-6662-DF28-4965-15A613BB8F21}"/>
              </a:ext>
            </a:extLst>
          </p:cNvPr>
          <p:cNvSpPr txBox="1"/>
          <p:nvPr/>
        </p:nvSpPr>
        <p:spPr>
          <a:xfrm>
            <a:off x="12156614" y="1162310"/>
            <a:ext cx="144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Teams share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93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191</Words>
  <Application>Microsoft Office PowerPoint</Application>
  <PresentationFormat>사용자 지정</PresentationFormat>
  <Paragraphs>65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2025-10-10T06:46:31Z</dcterms:modified>
</cp:coreProperties>
</file>