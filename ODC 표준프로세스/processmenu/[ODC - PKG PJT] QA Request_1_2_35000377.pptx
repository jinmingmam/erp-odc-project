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90" d="100"/>
          <a:sy n="90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479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223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720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920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472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267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47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03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348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216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5775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202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화살표: 갈매기형 수장 1">
            <a:extLst>
              <a:ext uri="{FF2B5EF4-FFF2-40B4-BE49-F238E27FC236}">
                <a16:creationId xmlns:a16="http://schemas.microsoft.com/office/drawing/2014/main" id="{43F15F89-07F7-275E-3FF0-F4EDD6AF6389}"/>
              </a:ext>
            </a:extLst>
          </p:cNvPr>
          <p:cNvSpPr/>
          <p:nvPr/>
        </p:nvSpPr>
        <p:spPr>
          <a:xfrm>
            <a:off x="1134637" y="369757"/>
            <a:ext cx="1951074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Spec Reg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화살표: 갈매기형 수장 2">
            <a:extLst>
              <a:ext uri="{FF2B5EF4-FFF2-40B4-BE49-F238E27FC236}">
                <a16:creationId xmlns:a16="http://schemas.microsoft.com/office/drawing/2014/main" id="{4CC5F303-94A9-54BC-3F1C-7336F1439B7C}"/>
              </a:ext>
            </a:extLst>
          </p:cNvPr>
          <p:cNvSpPr/>
          <p:nvPr/>
        </p:nvSpPr>
        <p:spPr>
          <a:xfrm>
            <a:off x="3148089" y="349777"/>
            <a:ext cx="1819275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Delivery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A0BAEEAF-D130-AFB5-0698-BE187F01AE94}"/>
              </a:ext>
            </a:extLst>
          </p:cNvPr>
          <p:cNvSpPr/>
          <p:nvPr/>
        </p:nvSpPr>
        <p:spPr>
          <a:xfrm>
            <a:off x="4932254" y="349777"/>
            <a:ext cx="1955800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Dev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188F769B-9054-3218-9455-08A7922B3963}"/>
              </a:ext>
            </a:extLst>
          </p:cNvPr>
          <p:cNvSpPr/>
          <p:nvPr/>
        </p:nvSpPr>
        <p:spPr>
          <a:xfrm>
            <a:off x="6888054" y="343127"/>
            <a:ext cx="1781177" cy="787400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QA Request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B2E3AECA-BD0A-F357-1CDA-BDA5AE50D769}"/>
              </a:ext>
            </a:extLst>
          </p:cNvPr>
          <p:cNvSpPr/>
          <p:nvPr/>
        </p:nvSpPr>
        <p:spPr>
          <a:xfrm>
            <a:off x="8727373" y="369757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QA Team Test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D8024A1-70DD-419B-259A-7853DE15F5C6}"/>
              </a:ext>
            </a:extLst>
          </p:cNvPr>
          <p:cNvSpPr/>
          <p:nvPr/>
        </p:nvSpPr>
        <p:spPr>
          <a:xfrm>
            <a:off x="11065905" y="2680463"/>
            <a:ext cx="1052623" cy="3693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Role PIC</a:t>
            </a:r>
            <a:endParaRPr lang="ko-KR" altLang="en-US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6E22EC50-CDE9-BC76-91A2-954B5CD67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9445" y="1800915"/>
            <a:ext cx="765544" cy="76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553B109-8C1D-D81E-4774-FAE275DBD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016" y="1270789"/>
            <a:ext cx="7873798" cy="637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8246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11</Words>
  <Application>Microsoft Office PowerPoint</Application>
  <PresentationFormat>사용자 지정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2025-08-12T08:57:04Z</dcterms:modified>
</cp:coreProperties>
</file>