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323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86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28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850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06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0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21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6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6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39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517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548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4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emf"/><Relationship Id="rId18" Type="http://schemas.openxmlformats.org/officeDocument/2006/relationships/image" Target="../media/image18.emf"/><Relationship Id="rId26" Type="http://schemas.openxmlformats.org/officeDocument/2006/relationships/image" Target="../media/image26.png"/><Relationship Id="rId3" Type="http://schemas.openxmlformats.org/officeDocument/2006/relationships/image" Target="../media/image3.emf"/><Relationship Id="rId21" Type="http://schemas.openxmlformats.org/officeDocument/2006/relationships/image" Target="../media/image21.emf"/><Relationship Id="rId7" Type="http://schemas.openxmlformats.org/officeDocument/2006/relationships/image" Target="../media/image7.emf"/><Relationship Id="rId12" Type="http://schemas.openxmlformats.org/officeDocument/2006/relationships/image" Target="../media/image12.emf"/><Relationship Id="rId17" Type="http://schemas.openxmlformats.org/officeDocument/2006/relationships/image" Target="../media/image17.emf"/><Relationship Id="rId25" Type="http://schemas.openxmlformats.org/officeDocument/2006/relationships/image" Target="../media/image25.emf"/><Relationship Id="rId33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emf"/><Relationship Id="rId20" Type="http://schemas.openxmlformats.org/officeDocument/2006/relationships/image" Target="../media/image20.emf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24" Type="http://schemas.openxmlformats.org/officeDocument/2006/relationships/image" Target="../media/image24.emf"/><Relationship Id="rId32" Type="http://schemas.openxmlformats.org/officeDocument/2006/relationships/image" Target="../media/image32.png"/><Relationship Id="rId5" Type="http://schemas.openxmlformats.org/officeDocument/2006/relationships/image" Target="../media/image5.emf"/><Relationship Id="rId15" Type="http://schemas.openxmlformats.org/officeDocument/2006/relationships/image" Target="../media/image15.emf"/><Relationship Id="rId23" Type="http://schemas.openxmlformats.org/officeDocument/2006/relationships/image" Target="../media/image23.emf"/><Relationship Id="rId28" Type="http://schemas.openxmlformats.org/officeDocument/2006/relationships/image" Target="../media/image28.png"/><Relationship Id="rId10" Type="http://schemas.openxmlformats.org/officeDocument/2006/relationships/image" Target="../media/image10.emf"/><Relationship Id="rId19" Type="http://schemas.openxmlformats.org/officeDocument/2006/relationships/image" Target="../media/image19.emf"/><Relationship Id="rId31" Type="http://schemas.openxmlformats.org/officeDocument/2006/relationships/image" Target="../media/image31.svg"/><Relationship Id="rId4" Type="http://schemas.openxmlformats.org/officeDocument/2006/relationships/image" Target="../media/image4.emf"/><Relationship Id="rId9" Type="http://schemas.openxmlformats.org/officeDocument/2006/relationships/image" Target="../media/image9.emf"/><Relationship Id="rId14" Type="http://schemas.openxmlformats.org/officeDocument/2006/relationships/image" Target="../media/image14.emf"/><Relationship Id="rId22" Type="http://schemas.openxmlformats.org/officeDocument/2006/relationships/image" Target="../media/image22.emf"/><Relationship Id="rId27" Type="http://schemas.openxmlformats.org/officeDocument/2006/relationships/image" Target="../media/image27.svg"/><Relationship Id="rId30" Type="http://schemas.openxmlformats.org/officeDocument/2006/relationships/image" Target="../media/image30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6F7E03-40CF-23FF-6D7D-A71C6B16F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66" y="1365226"/>
            <a:ext cx="9471828" cy="2395925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B4CE7C3-F159-0496-FF61-057A57795427}"/>
              </a:ext>
            </a:extLst>
          </p:cNvPr>
          <p:cNvSpPr/>
          <p:nvPr/>
        </p:nvSpPr>
        <p:spPr>
          <a:xfrm>
            <a:off x="10655638" y="2502329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7461D8A-6819-3D9F-3BB1-25BD63C65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179" y="1622781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632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163</Words>
  <Application>Microsoft Office PowerPoint</Application>
  <PresentationFormat>사용자 지정</PresentationFormat>
  <Paragraphs>54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2025-12-05T07:24:11Z</dcterms:modified>
</cp:coreProperties>
</file>