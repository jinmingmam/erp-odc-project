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41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1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89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7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54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9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03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72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9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5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57225511-3A38-D446-12FD-B7769CDA6A34}"/>
              </a:ext>
            </a:extLst>
          </p:cNvPr>
          <p:cNvSpPr/>
          <p:nvPr/>
        </p:nvSpPr>
        <p:spPr>
          <a:xfrm>
            <a:off x="1134637" y="369757"/>
            <a:ext cx="1951074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8D2B727B-FBA4-46AF-E3D7-B2B26F760596}"/>
              </a:ext>
            </a:extLst>
          </p:cNvPr>
          <p:cNvSpPr/>
          <p:nvPr/>
        </p:nvSpPr>
        <p:spPr>
          <a:xfrm>
            <a:off x="3148089" y="349777"/>
            <a:ext cx="1819275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4EC2578B-6204-E15E-AD03-D4FA878C7AEC}"/>
              </a:ext>
            </a:extLst>
          </p:cNvPr>
          <p:cNvSpPr/>
          <p:nvPr/>
        </p:nvSpPr>
        <p:spPr>
          <a:xfrm>
            <a:off x="4932254" y="349777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4E3FC173-8749-AA7C-876D-89D9036AA1DD}"/>
              </a:ext>
            </a:extLst>
          </p:cNvPr>
          <p:cNvSpPr/>
          <p:nvPr/>
        </p:nvSpPr>
        <p:spPr>
          <a:xfrm>
            <a:off x="6888054" y="343127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EF307872-A78B-7A52-CE9A-0F4E4B064E34}"/>
              </a:ext>
            </a:extLst>
          </p:cNvPr>
          <p:cNvSpPr/>
          <p:nvPr/>
        </p:nvSpPr>
        <p:spPr>
          <a:xfrm>
            <a:off x="8727373" y="369757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FF777C-57BB-9A52-F2B0-81854F3DFC62}"/>
              </a:ext>
            </a:extLst>
          </p:cNvPr>
          <p:cNvSpPr/>
          <p:nvPr/>
        </p:nvSpPr>
        <p:spPr>
          <a:xfrm>
            <a:off x="11388105" y="2949737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FC739BD-9CD2-8D19-C366-CC79A03F1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1645" y="2070189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662A976-7610-88DF-EF5D-7CF67109B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71" y="1627551"/>
            <a:ext cx="9383565" cy="367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548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</Words>
  <Application>Microsoft Office PowerPoint</Application>
  <PresentationFormat>사용자 지정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2025-08-12T09:02:56Z</dcterms:modified>
</cp:coreProperties>
</file>