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DAFB6-2225-4C47-98AE-5BA24CB322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25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8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2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20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68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6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83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81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4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956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4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01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57225511-3A38-D446-12FD-B7769CDA6A34}"/>
              </a:ext>
            </a:extLst>
          </p:cNvPr>
          <p:cNvSpPr/>
          <p:nvPr/>
        </p:nvSpPr>
        <p:spPr>
          <a:xfrm>
            <a:off x="228600" y="901700"/>
            <a:ext cx="21209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Customer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Contract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199C1AED-BD32-80CF-66C0-A59BF2F2A172}"/>
              </a:ext>
            </a:extLst>
          </p:cNvPr>
          <p:cNvSpPr/>
          <p:nvPr/>
        </p:nvSpPr>
        <p:spPr>
          <a:xfrm>
            <a:off x="2245320" y="901700"/>
            <a:ext cx="2262188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Development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8D2B727B-FBA4-46AF-E3D7-B2B26F760596}"/>
              </a:ext>
            </a:extLst>
          </p:cNvPr>
          <p:cNvSpPr/>
          <p:nvPr/>
        </p:nvSpPr>
        <p:spPr>
          <a:xfrm>
            <a:off x="4457708" y="901700"/>
            <a:ext cx="1819275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4EC2578B-6204-E15E-AD03-D4FA878C7AEC}"/>
              </a:ext>
            </a:extLst>
          </p:cNvPr>
          <p:cNvSpPr/>
          <p:nvPr/>
        </p:nvSpPr>
        <p:spPr>
          <a:xfrm>
            <a:off x="6189662" y="907120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4E3FC173-8749-AA7C-876D-89D9036AA1DD}"/>
              </a:ext>
            </a:extLst>
          </p:cNvPr>
          <p:cNvSpPr/>
          <p:nvPr/>
        </p:nvSpPr>
        <p:spPr>
          <a:xfrm>
            <a:off x="8071315" y="901700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Live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EF307872-A78B-7A52-CE9A-0F4E4B064E34}"/>
              </a:ext>
            </a:extLst>
          </p:cNvPr>
          <p:cNvSpPr/>
          <p:nvPr/>
        </p:nvSpPr>
        <p:spPr>
          <a:xfrm>
            <a:off x="9731375" y="881720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Handover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3A603C-1C94-CE58-D22F-AC093B4E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22" y="1773448"/>
            <a:ext cx="1042988" cy="85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F47D928-A43E-3BC2-EEA1-E10DFCDA3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688" y="1773448"/>
            <a:ext cx="1039453" cy="8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5CFFBE3-08BA-4EA1-FE23-52C879DC9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758" y="1825481"/>
            <a:ext cx="1044000" cy="69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DD0DEF2-DA24-934E-9AC3-1C126E09B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197" y="1775262"/>
            <a:ext cx="868116" cy="8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3D97248-FEA3-A55E-E4B6-34B919EC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451" y="1775262"/>
            <a:ext cx="1044725" cy="8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E143879-4E69-9045-CF4A-1C76746C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487" y="1773448"/>
            <a:ext cx="1139358" cy="86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FBCCBA-9416-98DA-9690-9F4C2C7A53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596" y="3120869"/>
            <a:ext cx="11512816" cy="4461031"/>
          </a:xfrm>
          <a:prstGeom prst="rect">
            <a:avLst/>
          </a:prstGeom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10CAFC30-3625-9CE3-17C9-F07B198DA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004" y="1078123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34E17-18C7-6FE5-F4E7-E9B73335BC09}"/>
              </a:ext>
            </a:extLst>
          </p:cNvPr>
          <p:cNvSpPr txBox="1"/>
          <p:nvPr/>
        </p:nvSpPr>
        <p:spPr>
          <a:xfrm>
            <a:off x="12635904" y="1746602"/>
            <a:ext cx="88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</a:t>
            </a:r>
            <a:endParaRPr lang="ko-KR" alt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D5EE3EE-C17D-0938-5B5F-4928CA5C2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3550" y="2375399"/>
            <a:ext cx="868116" cy="86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0ECE35-242E-278D-D399-2919FFBBCCEA}"/>
              </a:ext>
            </a:extLst>
          </p:cNvPr>
          <p:cNvSpPr txBox="1"/>
          <p:nvPr/>
        </p:nvSpPr>
        <p:spPr>
          <a:xfrm>
            <a:off x="12593550" y="3058849"/>
            <a:ext cx="114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Contract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1743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</Words>
  <Application>Microsoft Office PowerPoint</Application>
  <PresentationFormat>사용자 지정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2025-08-14T09:12:02Z</dcterms:modified>
</cp:coreProperties>
</file>