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7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87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99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1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93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2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1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23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88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43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607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18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5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05E080EC-B919-E2D3-790E-BB3258DFD277}"/>
              </a:ext>
            </a:extLst>
          </p:cNvPr>
          <p:cNvSpPr/>
          <p:nvPr/>
        </p:nvSpPr>
        <p:spPr>
          <a:xfrm>
            <a:off x="213615" y="90273"/>
            <a:ext cx="2120901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16374218-EC75-4D38-DB6C-EE73C8C1E7B9}"/>
              </a:ext>
            </a:extLst>
          </p:cNvPr>
          <p:cNvSpPr/>
          <p:nvPr/>
        </p:nvSpPr>
        <p:spPr>
          <a:xfrm>
            <a:off x="2230336" y="90273"/>
            <a:ext cx="2262188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D74BC4E0-E4E2-30A5-C1E4-D0F8F730B02B}"/>
              </a:ext>
            </a:extLst>
          </p:cNvPr>
          <p:cNvSpPr/>
          <p:nvPr/>
        </p:nvSpPr>
        <p:spPr>
          <a:xfrm>
            <a:off x="4442724" y="90273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1BE2C876-9B4A-0D50-258F-55162F32F7BB}"/>
              </a:ext>
            </a:extLst>
          </p:cNvPr>
          <p:cNvSpPr/>
          <p:nvPr/>
        </p:nvSpPr>
        <p:spPr>
          <a:xfrm>
            <a:off x="6174678" y="95693"/>
            <a:ext cx="1955800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E9BEC0BC-B239-D4B4-E887-9D268DFF5D58}"/>
              </a:ext>
            </a:extLst>
          </p:cNvPr>
          <p:cNvSpPr/>
          <p:nvPr/>
        </p:nvSpPr>
        <p:spPr>
          <a:xfrm>
            <a:off x="8056331" y="90273"/>
            <a:ext cx="1781177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678DBD7F-37B2-DED1-9E04-CC975739CEAF}"/>
              </a:ext>
            </a:extLst>
          </p:cNvPr>
          <p:cNvSpPr/>
          <p:nvPr/>
        </p:nvSpPr>
        <p:spPr>
          <a:xfrm>
            <a:off x="9716391" y="70293"/>
            <a:ext cx="19558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1492BF4-4B0F-57EE-5BBD-DACE77D97024}"/>
              </a:ext>
            </a:extLst>
          </p:cNvPr>
          <p:cNvSpPr/>
          <p:nvPr/>
        </p:nvSpPr>
        <p:spPr>
          <a:xfrm>
            <a:off x="11358832" y="2884875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A4A40E4-F697-5EA2-1052-D5FAEFDF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373" y="2005327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0D982A-8849-F975-F6D5-DCB49CA55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534" y="3940913"/>
            <a:ext cx="441997" cy="373412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9605AC5-B477-067D-279E-2B30E9CE1129}"/>
              </a:ext>
            </a:extLst>
          </p:cNvPr>
          <p:cNvSpPr/>
          <p:nvPr/>
        </p:nvSpPr>
        <p:spPr>
          <a:xfrm>
            <a:off x="11502373" y="4405199"/>
            <a:ext cx="73593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50E060-0D87-7881-ED95-A378DB0A7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41" y="1812172"/>
            <a:ext cx="10401556" cy="358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0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</Words>
  <Application>Microsoft Office PowerPoint</Application>
  <PresentationFormat>사용자 지정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2025-08-14T09:17:39Z</dcterms:modified>
</cp:coreProperties>
</file>