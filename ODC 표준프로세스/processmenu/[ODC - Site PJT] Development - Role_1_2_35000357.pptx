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9" r:id="rId2"/>
    <p:sldId id="258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5" d="100"/>
          <a:sy n="85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37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00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33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959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548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56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93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32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65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53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992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1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ED8F58-DC95-702E-8BA2-A982E79DD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45" y="1791621"/>
            <a:ext cx="13423360" cy="432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96C44CD-BFDB-E44A-C3C2-1BBE31955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21" y="1607258"/>
            <a:ext cx="12627007" cy="400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065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2025-08-29T01:38:08Z</dcterms:modified>
</cp:coreProperties>
</file>