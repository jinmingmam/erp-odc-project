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37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87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80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31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5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15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04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27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65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7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19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33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B85CDA-25C5-1F86-9C30-D3962E12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059" y="1879167"/>
            <a:ext cx="8062751" cy="4903548"/>
          </a:xfrm>
          <a:prstGeom prst="rect">
            <a:avLst/>
          </a:prstGeom>
        </p:spPr>
      </p:pic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FA121292-3391-1F4B-4B49-8A41DAA70BA5}"/>
              </a:ext>
            </a:extLst>
          </p:cNvPr>
          <p:cNvSpPr/>
          <p:nvPr/>
        </p:nvSpPr>
        <p:spPr>
          <a:xfrm>
            <a:off x="1134637" y="369757"/>
            <a:ext cx="1951074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DC770C8C-A06A-D02C-7C6C-212F78F27D1C}"/>
              </a:ext>
            </a:extLst>
          </p:cNvPr>
          <p:cNvSpPr/>
          <p:nvPr/>
        </p:nvSpPr>
        <p:spPr>
          <a:xfrm>
            <a:off x="3148089" y="349777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5321E394-6594-C474-0A36-21D6946D44A1}"/>
              </a:ext>
            </a:extLst>
          </p:cNvPr>
          <p:cNvSpPr/>
          <p:nvPr/>
        </p:nvSpPr>
        <p:spPr>
          <a:xfrm>
            <a:off x="4932254" y="349777"/>
            <a:ext cx="19558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2C700788-78E3-D0B3-2732-B535E01317B4}"/>
              </a:ext>
            </a:extLst>
          </p:cNvPr>
          <p:cNvSpPr/>
          <p:nvPr/>
        </p:nvSpPr>
        <p:spPr>
          <a:xfrm>
            <a:off x="6888054" y="343127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D8E86A56-5E0A-3D12-7241-69C36F8BEBFC}"/>
              </a:ext>
            </a:extLst>
          </p:cNvPr>
          <p:cNvSpPr/>
          <p:nvPr/>
        </p:nvSpPr>
        <p:spPr>
          <a:xfrm>
            <a:off x="8727373" y="369757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85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2025-08-13T01:22:41Z</dcterms:modified>
</cp:coreProperties>
</file>