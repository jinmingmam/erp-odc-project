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96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66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4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28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58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18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0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89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974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023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64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21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emf"/><Relationship Id="rId18" Type="http://schemas.openxmlformats.org/officeDocument/2006/relationships/image" Target="../media/image18.emf"/><Relationship Id="rId26" Type="http://schemas.openxmlformats.org/officeDocument/2006/relationships/image" Target="../media/image26.png"/><Relationship Id="rId3" Type="http://schemas.openxmlformats.org/officeDocument/2006/relationships/image" Target="../media/image3.emf"/><Relationship Id="rId21" Type="http://schemas.openxmlformats.org/officeDocument/2006/relationships/image" Target="../media/image21.emf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5" Type="http://schemas.openxmlformats.org/officeDocument/2006/relationships/image" Target="../media/image25.emf"/><Relationship Id="rId33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20" Type="http://schemas.openxmlformats.org/officeDocument/2006/relationships/image" Target="../media/image20.emf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24" Type="http://schemas.openxmlformats.org/officeDocument/2006/relationships/image" Target="../media/image24.emf"/><Relationship Id="rId32" Type="http://schemas.openxmlformats.org/officeDocument/2006/relationships/image" Target="../media/image32.png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23" Type="http://schemas.openxmlformats.org/officeDocument/2006/relationships/image" Target="../media/image23.emf"/><Relationship Id="rId28" Type="http://schemas.openxmlformats.org/officeDocument/2006/relationships/image" Target="../media/image28.png"/><Relationship Id="rId10" Type="http://schemas.openxmlformats.org/officeDocument/2006/relationships/image" Target="../media/image10.emf"/><Relationship Id="rId19" Type="http://schemas.openxmlformats.org/officeDocument/2006/relationships/image" Target="../media/image19.emf"/><Relationship Id="rId31" Type="http://schemas.openxmlformats.org/officeDocument/2006/relationships/image" Target="../media/image31.svg"/><Relationship Id="rId4" Type="http://schemas.openxmlformats.org/officeDocument/2006/relationships/image" Target="../media/image4.emf"/><Relationship Id="rId9" Type="http://schemas.openxmlformats.org/officeDocument/2006/relationships/image" Target="../media/image9.emf"/><Relationship Id="rId14" Type="http://schemas.openxmlformats.org/officeDocument/2006/relationships/image" Target="../media/image14.emf"/><Relationship Id="rId22" Type="http://schemas.openxmlformats.org/officeDocument/2006/relationships/image" Target="../media/image22.emf"/><Relationship Id="rId27" Type="http://schemas.openxmlformats.org/officeDocument/2006/relationships/image" Target="../media/image27.svg"/><Relationship Id="rId30" Type="http://schemas.openxmlformats.org/officeDocument/2006/relationships/image" Target="../media/image30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A21159B-87C4-AF67-C2F0-E7ECDC611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300" y="2425849"/>
            <a:ext cx="9341655" cy="289146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2E3E051-B2F5-A6F4-72D0-4300183FF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255" y="875482"/>
            <a:ext cx="710174" cy="71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D4A3C4-C628-C18A-0D3F-2EE235E48987}"/>
              </a:ext>
            </a:extLst>
          </p:cNvPr>
          <p:cNvSpPr txBox="1"/>
          <p:nvPr/>
        </p:nvSpPr>
        <p:spPr>
          <a:xfrm>
            <a:off x="6995594" y="1683992"/>
            <a:ext cx="144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Download</a:t>
            </a:r>
          </a:p>
          <a:p>
            <a:r>
              <a:rPr lang="en-US" altLang="ko-KR" dirty="0"/>
              <a:t>Excel Format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20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164</Words>
  <Application>Microsoft Office PowerPoint</Application>
  <PresentationFormat>사용자 지정</PresentationFormat>
  <Paragraphs>55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2025-09-11T02:24:23Z</dcterms:modified>
</cp:coreProperties>
</file>