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87" d="100"/>
          <a:sy n="87" d="100"/>
        </p:scale>
        <p:origin x="10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48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1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0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78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96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84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84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2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546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266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26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56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02329E2-8FC9-BF07-7CA1-6C4C10ECF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4" y="2137608"/>
            <a:ext cx="11221712" cy="228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236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2025-08-13T03:35:23Z</dcterms:modified>
</cp:coreProperties>
</file>