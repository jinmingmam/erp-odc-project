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08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39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57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38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3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35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8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46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79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2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CD08CA-26D7-7350-6375-77FF2CE66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26" y="1616444"/>
            <a:ext cx="10446850" cy="357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73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2025-08-12T01:50:44Z</dcterms:modified>
</cp:coreProperties>
</file>