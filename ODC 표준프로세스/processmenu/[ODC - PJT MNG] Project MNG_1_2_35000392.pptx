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71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701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01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38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37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74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45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02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47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348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78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1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3.emf"/><Relationship Id="rId21" Type="http://schemas.openxmlformats.org/officeDocument/2006/relationships/image" Target="../media/image19.emf"/><Relationship Id="rId7" Type="http://schemas.openxmlformats.org/officeDocument/2006/relationships/image" Target="../media/image6.emf"/><Relationship Id="rId12" Type="http://schemas.openxmlformats.org/officeDocument/2006/relationships/image" Target="../media/image2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2.emf"/><Relationship Id="rId32" Type="http://schemas.openxmlformats.org/officeDocument/2006/relationships/image" Target="../media/image30.png"/><Relationship Id="rId5" Type="http://schemas.openxmlformats.org/officeDocument/2006/relationships/image" Target="../media/image4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9.emf"/><Relationship Id="rId19" Type="http://schemas.openxmlformats.org/officeDocument/2006/relationships/image" Target="../media/image17.emf"/><Relationship Id="rId31" Type="http://schemas.openxmlformats.org/officeDocument/2006/relationships/image" Target="../media/image29.svg"/><Relationship Id="rId4" Type="http://schemas.openxmlformats.org/officeDocument/2006/relationships/image" Target="../media/image1.emf"/><Relationship Id="rId9" Type="http://schemas.openxmlformats.org/officeDocument/2006/relationships/image" Target="../media/image8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C90B192-5B3F-21CA-7FF3-3BA8C7EC9D21}"/>
              </a:ext>
            </a:extLst>
          </p:cNvPr>
          <p:cNvGrpSpPr/>
          <p:nvPr/>
        </p:nvGrpSpPr>
        <p:grpSpPr>
          <a:xfrm>
            <a:off x="1081938" y="727929"/>
            <a:ext cx="1592167" cy="945018"/>
            <a:chOff x="1370972" y="1976997"/>
            <a:chExt cx="1380118" cy="81915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BF3019A-D604-7125-6A80-BEA094DEB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47B1A1-C508-4091-C9FE-ED9E76A85F63}"/>
                </a:ext>
              </a:extLst>
            </p:cNvPr>
            <p:cNvSpPr txBox="1"/>
            <p:nvPr/>
          </p:nvSpPr>
          <p:spPr>
            <a:xfrm>
              <a:off x="1370972" y="2546821"/>
              <a:ext cx="13801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Project Management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E0A8624-5D7F-E028-CA74-0C22D82FCEFD}"/>
              </a:ext>
            </a:extLst>
          </p:cNvPr>
          <p:cNvGrpSpPr/>
          <p:nvPr/>
        </p:nvGrpSpPr>
        <p:grpSpPr>
          <a:xfrm>
            <a:off x="3443453" y="727929"/>
            <a:ext cx="1338316" cy="945018"/>
            <a:chOff x="1480995" y="1976997"/>
            <a:chExt cx="1160076" cy="81915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653541C-B375-276A-14CD-E27B4775C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B1C9A8-1240-2F8F-5CA7-2400D4F18CCF}"/>
                </a:ext>
              </a:extLst>
            </p:cNvPr>
            <p:cNvSpPr txBox="1"/>
            <p:nvPr/>
          </p:nvSpPr>
          <p:spPr>
            <a:xfrm>
              <a:off x="1480995" y="2546821"/>
              <a:ext cx="116007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Projec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PIC Define</a:t>
              </a:r>
            </a:p>
          </p:txBody>
        </p:sp>
      </p:grpSp>
      <p:cxnSp>
        <p:nvCxnSpPr>
          <p:cNvPr id="8" name="직선 화살표 연결선 159">
            <a:extLst>
              <a:ext uri="{FF2B5EF4-FFF2-40B4-BE49-F238E27FC236}">
                <a16:creationId xmlns:a16="http://schemas.microsoft.com/office/drawing/2014/main" id="{90527DCF-8CAF-AF9C-8233-E9A0C27218A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547161" y="1069939"/>
            <a:ext cx="1145260" cy="0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ED3CBF2-FDAE-0118-2B4B-7290486925A7}"/>
              </a:ext>
            </a:extLst>
          </p:cNvPr>
          <p:cNvGrpSpPr/>
          <p:nvPr/>
        </p:nvGrpSpPr>
        <p:grpSpPr>
          <a:xfrm>
            <a:off x="1262739" y="4381431"/>
            <a:ext cx="2429682" cy="459751"/>
            <a:chOff x="1312732" y="4491037"/>
            <a:chExt cx="2106089" cy="39852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7D46EE4-8503-BA75-A6D1-5C46D5E0C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FCB51C-53BB-37D7-B319-6FE592718562}"/>
                </a:ext>
              </a:extLst>
            </p:cNvPr>
            <p:cNvSpPr txBox="1"/>
            <p:nvPr/>
          </p:nvSpPr>
          <p:spPr>
            <a:xfrm>
              <a:off x="1710945" y="4565714"/>
              <a:ext cx="1707876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 Management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04535C5-2768-7B1A-64D7-E6B62F81A353}"/>
              </a:ext>
            </a:extLst>
          </p:cNvPr>
          <p:cNvGrpSpPr/>
          <p:nvPr/>
        </p:nvGrpSpPr>
        <p:grpSpPr>
          <a:xfrm>
            <a:off x="1262739" y="4927333"/>
            <a:ext cx="3308090" cy="459751"/>
            <a:chOff x="1312732" y="4491037"/>
            <a:chExt cx="2867510" cy="39852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403EE4B-1644-EEB7-2804-881D57B51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A8777E-E048-70C5-EA4C-A8539EC79A5E}"/>
                </a:ext>
              </a:extLst>
            </p:cNvPr>
            <p:cNvSpPr txBox="1"/>
            <p:nvPr/>
          </p:nvSpPr>
          <p:spPr>
            <a:xfrm>
              <a:off x="1710944" y="4565714"/>
              <a:ext cx="2469298" cy="249167"/>
            </a:xfrm>
            <a:prstGeom prst="rect">
              <a:avLst/>
            </a:prstGeom>
            <a:noFill/>
          </p:spPr>
          <p:txBody>
            <a:bodyPr wrap="squar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 Management Program Inquiry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9C5F7EA-421F-D549-635E-05530D50DA3C}"/>
              </a:ext>
            </a:extLst>
          </p:cNvPr>
          <p:cNvGrpSpPr/>
          <p:nvPr/>
        </p:nvGrpSpPr>
        <p:grpSpPr>
          <a:xfrm>
            <a:off x="5092934" y="4381431"/>
            <a:ext cx="2130368" cy="459751"/>
            <a:chOff x="1312732" y="4491037"/>
            <a:chExt cx="1846642" cy="39852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D974AB4-FA17-6626-A8FA-C5B2A5876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4C96F8-EA08-8335-CC1F-BFA8F5E47121}"/>
                </a:ext>
              </a:extLst>
            </p:cNvPr>
            <p:cNvSpPr txBox="1"/>
            <p:nvPr/>
          </p:nvSpPr>
          <p:spPr>
            <a:xfrm>
              <a:off x="1710945" y="4565714"/>
              <a:ext cx="1448429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 Capacity Inquiry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53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176</Words>
  <Application>Microsoft Office PowerPoint</Application>
  <PresentationFormat>사용자 지정</PresentationFormat>
  <Paragraphs>58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2025-08-14T06:44:43Z</dcterms:modified>
</cp:coreProperties>
</file>