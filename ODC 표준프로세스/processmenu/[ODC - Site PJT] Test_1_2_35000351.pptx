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9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87" d="100"/>
          <a:sy n="87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83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787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586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843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690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515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225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41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534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291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54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50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26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2D8CB64-9DA9-CA17-A52D-6AB15BEB5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17" y="889687"/>
            <a:ext cx="12312563" cy="6932141"/>
          </a:xfrm>
          <a:prstGeom prst="rect">
            <a:avLst/>
          </a:prstGeom>
        </p:spPr>
      </p:pic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05E080EC-B919-E2D3-790E-BB3258DFD277}"/>
              </a:ext>
            </a:extLst>
          </p:cNvPr>
          <p:cNvSpPr/>
          <p:nvPr/>
        </p:nvSpPr>
        <p:spPr>
          <a:xfrm>
            <a:off x="213615" y="90273"/>
            <a:ext cx="2120901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Customer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Contract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화살표: 갈매기형 수장 9">
            <a:extLst>
              <a:ext uri="{FF2B5EF4-FFF2-40B4-BE49-F238E27FC236}">
                <a16:creationId xmlns:a16="http://schemas.microsoft.com/office/drawing/2014/main" id="{16374218-EC75-4D38-DB6C-EE73C8C1E7B9}"/>
              </a:ext>
            </a:extLst>
          </p:cNvPr>
          <p:cNvSpPr/>
          <p:nvPr/>
        </p:nvSpPr>
        <p:spPr>
          <a:xfrm>
            <a:off x="2230336" y="90273"/>
            <a:ext cx="2262188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Development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화살표: 갈매기형 수장 10">
            <a:extLst>
              <a:ext uri="{FF2B5EF4-FFF2-40B4-BE49-F238E27FC236}">
                <a16:creationId xmlns:a16="http://schemas.microsoft.com/office/drawing/2014/main" id="{D74BC4E0-E4E2-30A5-C1E4-D0F8F730B02B}"/>
              </a:ext>
            </a:extLst>
          </p:cNvPr>
          <p:cNvSpPr/>
          <p:nvPr/>
        </p:nvSpPr>
        <p:spPr>
          <a:xfrm>
            <a:off x="4442724" y="90273"/>
            <a:ext cx="1819275" cy="787400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Test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화살표: 갈매기형 수장 11">
            <a:extLst>
              <a:ext uri="{FF2B5EF4-FFF2-40B4-BE49-F238E27FC236}">
                <a16:creationId xmlns:a16="http://schemas.microsoft.com/office/drawing/2014/main" id="{1BE2C876-9B4A-0D50-258F-55162F32F7BB}"/>
              </a:ext>
            </a:extLst>
          </p:cNvPr>
          <p:cNvSpPr/>
          <p:nvPr/>
        </p:nvSpPr>
        <p:spPr>
          <a:xfrm>
            <a:off x="6174678" y="95693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Education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화살표: 갈매기형 수장 12">
            <a:extLst>
              <a:ext uri="{FF2B5EF4-FFF2-40B4-BE49-F238E27FC236}">
                <a16:creationId xmlns:a16="http://schemas.microsoft.com/office/drawing/2014/main" id="{E9BEC0BC-B239-D4B4-E887-9D268DFF5D58}"/>
              </a:ext>
            </a:extLst>
          </p:cNvPr>
          <p:cNvSpPr/>
          <p:nvPr/>
        </p:nvSpPr>
        <p:spPr>
          <a:xfrm>
            <a:off x="8056331" y="90273"/>
            <a:ext cx="1781177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Live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화살표: 갈매기형 수장 13">
            <a:extLst>
              <a:ext uri="{FF2B5EF4-FFF2-40B4-BE49-F238E27FC236}">
                <a16:creationId xmlns:a16="http://schemas.microsoft.com/office/drawing/2014/main" id="{678DBD7F-37B2-DED1-9E04-CC975739CEAF}"/>
              </a:ext>
            </a:extLst>
          </p:cNvPr>
          <p:cNvSpPr/>
          <p:nvPr/>
        </p:nvSpPr>
        <p:spPr>
          <a:xfrm>
            <a:off x="9716391" y="70293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HandOver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1492BF4-4B0F-57EE-5BBD-DACE77D97024}"/>
              </a:ext>
            </a:extLst>
          </p:cNvPr>
          <p:cNvSpPr/>
          <p:nvPr/>
        </p:nvSpPr>
        <p:spPr>
          <a:xfrm>
            <a:off x="12799012" y="1936185"/>
            <a:ext cx="1052623" cy="3693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Role PIC</a:t>
            </a:r>
            <a:endParaRPr lang="ko-KR" altLang="en-US" dirty="0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8A4A40E4-F697-5EA2-1052-D5FAEFDF2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2553" y="1056637"/>
            <a:ext cx="765544" cy="76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E0D982A-8849-F975-F6D5-DCB49CA55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4714" y="2992223"/>
            <a:ext cx="441997" cy="373412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9605AC5-B477-067D-279E-2B30E9CE1129}"/>
              </a:ext>
            </a:extLst>
          </p:cNvPr>
          <p:cNvSpPr/>
          <p:nvPr/>
        </p:nvSpPr>
        <p:spPr>
          <a:xfrm>
            <a:off x="12942553" y="3456509"/>
            <a:ext cx="735933" cy="3693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27041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10</Words>
  <Application>Microsoft Office PowerPoint</Application>
  <PresentationFormat>사용자 지정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2025-08-08T07:08:00Z</dcterms:modified>
</cp:coreProperties>
</file>