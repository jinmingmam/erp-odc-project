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emovePersonalInfoOnSave="1" saveSubsetFonts="1">
  <p:sldMasterIdLst>
    <p:sldMasterId id="2147483685" r:id="rId1"/>
  </p:sldMasterIdLst>
  <p:notesMasterIdLst>
    <p:notesMasterId r:id="rId4"/>
  </p:notesMasterIdLst>
  <p:sldIdLst>
    <p:sldId id="258" r:id="rId2"/>
    <p:sldId id="257" r:id="rId3"/>
  </p:sldIdLst>
  <p:sldSz cx="14065250" cy="79121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2F1FF23-3C9D-4BBA-B851-4DCD510648FC}" v="1" dt="2025-12-05T07:24:59.184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13" autoAdjust="0"/>
    <p:restoredTop sz="93721" autoAdjust="0"/>
  </p:normalViewPr>
  <p:slideViewPr>
    <p:cSldViewPr snapToGrid="0">
      <p:cViewPr varScale="1">
        <p:scale>
          <a:sx n="64" d="100"/>
          <a:sy n="64" d="100"/>
        </p:scale>
        <p:origin x="168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notesMaster" Target="notesMasters/notesMaster1.xml"/><Relationship Id="rId9" Type="http://schemas.microsoft.com/office/2015/10/relationships/revisionInfo" Target="revisionInfo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50C4206-2C4F-43A5-BCE6-6E7958062E1D}" type="datetimeFigureOut">
              <a:rPr lang="ko-KR" altLang="en-US" smtClean="0"/>
              <a:t>2025-12-05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7388" y="1143000"/>
            <a:ext cx="5483225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F7DAFB6-2225-4C47-98AE-5BA24CB322D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6476690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1010046" rtl="0" eaLnBrk="1" latinLnBrk="1" hangingPunct="1">
      <a:defRPr sz="1326" kern="1200">
        <a:solidFill>
          <a:schemeClr val="tx1"/>
        </a:solidFill>
        <a:latin typeface="+mn-lt"/>
        <a:ea typeface="+mn-ea"/>
        <a:cs typeface="+mn-cs"/>
      </a:defRPr>
    </a:lvl1pPr>
    <a:lvl2pPr marL="505023" algn="l" defTabSz="1010046" rtl="0" eaLnBrk="1" latinLnBrk="1" hangingPunct="1">
      <a:defRPr sz="1326" kern="1200">
        <a:solidFill>
          <a:schemeClr val="tx1"/>
        </a:solidFill>
        <a:latin typeface="+mn-lt"/>
        <a:ea typeface="+mn-ea"/>
        <a:cs typeface="+mn-cs"/>
      </a:defRPr>
    </a:lvl2pPr>
    <a:lvl3pPr marL="1010046" algn="l" defTabSz="1010046" rtl="0" eaLnBrk="1" latinLnBrk="1" hangingPunct="1">
      <a:defRPr sz="1326" kern="1200">
        <a:solidFill>
          <a:schemeClr val="tx1"/>
        </a:solidFill>
        <a:latin typeface="+mn-lt"/>
        <a:ea typeface="+mn-ea"/>
        <a:cs typeface="+mn-cs"/>
      </a:defRPr>
    </a:lvl3pPr>
    <a:lvl4pPr marL="1515069" algn="l" defTabSz="1010046" rtl="0" eaLnBrk="1" latinLnBrk="1" hangingPunct="1">
      <a:defRPr sz="1326" kern="1200">
        <a:solidFill>
          <a:schemeClr val="tx1"/>
        </a:solidFill>
        <a:latin typeface="+mn-lt"/>
        <a:ea typeface="+mn-ea"/>
        <a:cs typeface="+mn-cs"/>
      </a:defRPr>
    </a:lvl4pPr>
    <a:lvl5pPr marL="2020092" algn="l" defTabSz="1010046" rtl="0" eaLnBrk="1" latinLnBrk="1" hangingPunct="1">
      <a:defRPr sz="1326" kern="1200">
        <a:solidFill>
          <a:schemeClr val="tx1"/>
        </a:solidFill>
        <a:latin typeface="+mn-lt"/>
        <a:ea typeface="+mn-ea"/>
        <a:cs typeface="+mn-cs"/>
      </a:defRPr>
    </a:lvl5pPr>
    <a:lvl6pPr marL="2525116" algn="l" defTabSz="1010046" rtl="0" eaLnBrk="1" latinLnBrk="1" hangingPunct="1">
      <a:defRPr sz="1326" kern="1200">
        <a:solidFill>
          <a:schemeClr val="tx1"/>
        </a:solidFill>
        <a:latin typeface="+mn-lt"/>
        <a:ea typeface="+mn-ea"/>
        <a:cs typeface="+mn-cs"/>
      </a:defRPr>
    </a:lvl6pPr>
    <a:lvl7pPr marL="3030139" algn="l" defTabSz="1010046" rtl="0" eaLnBrk="1" latinLnBrk="1" hangingPunct="1">
      <a:defRPr sz="1326" kern="1200">
        <a:solidFill>
          <a:schemeClr val="tx1"/>
        </a:solidFill>
        <a:latin typeface="+mn-lt"/>
        <a:ea typeface="+mn-ea"/>
        <a:cs typeface="+mn-cs"/>
      </a:defRPr>
    </a:lvl7pPr>
    <a:lvl8pPr marL="3535162" algn="l" defTabSz="1010046" rtl="0" eaLnBrk="1" latinLnBrk="1" hangingPunct="1">
      <a:defRPr sz="1326" kern="1200">
        <a:solidFill>
          <a:schemeClr val="tx1"/>
        </a:solidFill>
        <a:latin typeface="+mn-lt"/>
        <a:ea typeface="+mn-ea"/>
        <a:cs typeface="+mn-cs"/>
      </a:defRPr>
    </a:lvl8pPr>
    <a:lvl9pPr marL="4040185" algn="l" defTabSz="1010046" rtl="0" eaLnBrk="1" latinLnBrk="1" hangingPunct="1">
      <a:defRPr sz="1326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>
            <a:off x="687388" y="1143000"/>
            <a:ext cx="5483225" cy="3086100"/>
          </a:xfrm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1AD6C64-AB23-47C3-9112-519D8100EFAA}" type="slidenum">
              <a:rPr lang="ko-KR" altLang="en-US" smtClean="0"/>
              <a:t>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7220972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758156" y="1294874"/>
            <a:ext cx="10548938" cy="2754583"/>
          </a:xfrm>
        </p:spPr>
        <p:txBody>
          <a:bodyPr anchor="b"/>
          <a:lstStyle>
            <a:lvl1pPr algn="ctr">
              <a:defRPr sz="6922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758156" y="4155684"/>
            <a:ext cx="10548938" cy="1910259"/>
          </a:xfrm>
        </p:spPr>
        <p:txBody>
          <a:bodyPr/>
          <a:lstStyle>
            <a:lvl1pPr marL="0" indent="0" algn="ctr">
              <a:buNone/>
              <a:defRPr sz="2769"/>
            </a:lvl1pPr>
            <a:lvl2pPr marL="527426" indent="0" algn="ctr">
              <a:buNone/>
              <a:defRPr sz="2307"/>
            </a:lvl2pPr>
            <a:lvl3pPr marL="1054852" indent="0" algn="ctr">
              <a:buNone/>
              <a:defRPr sz="2076"/>
            </a:lvl3pPr>
            <a:lvl4pPr marL="1582278" indent="0" algn="ctr">
              <a:buNone/>
              <a:defRPr sz="1846"/>
            </a:lvl4pPr>
            <a:lvl5pPr marL="2109704" indent="0" algn="ctr">
              <a:buNone/>
              <a:defRPr sz="1846"/>
            </a:lvl5pPr>
            <a:lvl6pPr marL="2637130" indent="0" algn="ctr">
              <a:buNone/>
              <a:defRPr sz="1846"/>
            </a:lvl6pPr>
            <a:lvl7pPr marL="3164556" indent="0" algn="ctr">
              <a:buNone/>
              <a:defRPr sz="1846"/>
            </a:lvl7pPr>
            <a:lvl8pPr marL="3691981" indent="0" algn="ctr">
              <a:buNone/>
              <a:defRPr sz="1846"/>
            </a:lvl8pPr>
            <a:lvl9pPr marL="4219407" indent="0" algn="ctr">
              <a:buNone/>
              <a:defRPr sz="1846"/>
            </a:lvl9pPr>
          </a:lstStyle>
          <a:p>
            <a:r>
              <a:rPr lang="ko-KR" altLang="en-US"/>
              <a:t>클릭하여 마스터 부제목 스타일 편집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9929CD-16F6-480C-A5C4-62DBC326D803}" type="datetimeFigureOut">
              <a:rPr lang="ko-KR" altLang="en-US" smtClean="0"/>
              <a:t>2025-12-05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9EB744-0BAF-44F7-8242-8B05DB6BEF6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3911455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9929CD-16F6-480C-A5C4-62DBC326D803}" type="datetimeFigureOut">
              <a:rPr lang="ko-KR" altLang="en-US" smtClean="0"/>
              <a:t>2025-12-05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9EB744-0BAF-44F7-8242-8B05DB6BEF6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0740962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59660" y="1972532"/>
            <a:ext cx="12131278" cy="3291213"/>
          </a:xfrm>
        </p:spPr>
        <p:txBody>
          <a:bodyPr anchor="b"/>
          <a:lstStyle>
            <a:lvl1pPr>
              <a:defRPr sz="6922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59660" y="5294881"/>
            <a:ext cx="12131278" cy="1730771"/>
          </a:xfrm>
        </p:spPr>
        <p:txBody>
          <a:bodyPr/>
          <a:lstStyle>
            <a:lvl1pPr marL="0" indent="0">
              <a:buNone/>
              <a:defRPr sz="2769">
                <a:solidFill>
                  <a:schemeClr val="tx1">
                    <a:tint val="75000"/>
                  </a:schemeClr>
                </a:solidFill>
              </a:defRPr>
            </a:lvl1pPr>
            <a:lvl2pPr marL="527426" indent="0">
              <a:buNone/>
              <a:defRPr sz="2307">
                <a:solidFill>
                  <a:schemeClr val="tx1">
                    <a:tint val="75000"/>
                  </a:schemeClr>
                </a:solidFill>
              </a:defRPr>
            </a:lvl2pPr>
            <a:lvl3pPr marL="1054852" indent="0">
              <a:buNone/>
              <a:defRPr sz="2076">
                <a:solidFill>
                  <a:schemeClr val="tx1">
                    <a:tint val="75000"/>
                  </a:schemeClr>
                </a:solidFill>
              </a:defRPr>
            </a:lvl3pPr>
            <a:lvl4pPr marL="1582278" indent="0">
              <a:buNone/>
              <a:defRPr sz="1846">
                <a:solidFill>
                  <a:schemeClr val="tx1">
                    <a:tint val="75000"/>
                  </a:schemeClr>
                </a:solidFill>
              </a:defRPr>
            </a:lvl4pPr>
            <a:lvl5pPr marL="2109704" indent="0">
              <a:buNone/>
              <a:defRPr sz="1846">
                <a:solidFill>
                  <a:schemeClr val="tx1">
                    <a:tint val="75000"/>
                  </a:schemeClr>
                </a:solidFill>
              </a:defRPr>
            </a:lvl5pPr>
            <a:lvl6pPr marL="2637130" indent="0">
              <a:buNone/>
              <a:defRPr sz="1846">
                <a:solidFill>
                  <a:schemeClr val="tx1">
                    <a:tint val="75000"/>
                  </a:schemeClr>
                </a:solidFill>
              </a:defRPr>
            </a:lvl6pPr>
            <a:lvl7pPr marL="3164556" indent="0">
              <a:buNone/>
              <a:defRPr sz="1846">
                <a:solidFill>
                  <a:schemeClr val="tx1">
                    <a:tint val="75000"/>
                  </a:schemeClr>
                </a:solidFill>
              </a:defRPr>
            </a:lvl7pPr>
            <a:lvl8pPr marL="3691981" indent="0">
              <a:buNone/>
              <a:defRPr sz="1846">
                <a:solidFill>
                  <a:schemeClr val="tx1">
                    <a:tint val="75000"/>
                  </a:schemeClr>
                </a:solidFill>
              </a:defRPr>
            </a:lvl8pPr>
            <a:lvl9pPr marL="4219407" indent="0">
              <a:buNone/>
              <a:defRPr sz="1846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9929CD-16F6-480C-A5C4-62DBC326D803}" type="datetimeFigureOut">
              <a:rPr lang="ko-KR" altLang="en-US" smtClean="0"/>
              <a:t>2025-12-05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9EB744-0BAF-44F7-8242-8B05DB6BEF6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6767760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66986" y="2106230"/>
            <a:ext cx="5977731" cy="5020155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120533" y="2106230"/>
            <a:ext cx="5977731" cy="5020155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9929CD-16F6-480C-A5C4-62DBC326D803}" type="datetimeFigureOut">
              <a:rPr lang="ko-KR" altLang="en-US" smtClean="0"/>
              <a:t>2025-12-05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9EB744-0BAF-44F7-8242-8B05DB6BEF6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6532023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8818" y="421247"/>
            <a:ext cx="12131278" cy="1529307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8819" y="1939564"/>
            <a:ext cx="5950259" cy="950550"/>
          </a:xfrm>
        </p:spPr>
        <p:txBody>
          <a:bodyPr anchor="b"/>
          <a:lstStyle>
            <a:lvl1pPr marL="0" indent="0">
              <a:buNone/>
              <a:defRPr sz="2769" b="1"/>
            </a:lvl1pPr>
            <a:lvl2pPr marL="527426" indent="0">
              <a:buNone/>
              <a:defRPr sz="2307" b="1"/>
            </a:lvl2pPr>
            <a:lvl3pPr marL="1054852" indent="0">
              <a:buNone/>
              <a:defRPr sz="2076" b="1"/>
            </a:lvl3pPr>
            <a:lvl4pPr marL="1582278" indent="0">
              <a:buNone/>
              <a:defRPr sz="1846" b="1"/>
            </a:lvl4pPr>
            <a:lvl5pPr marL="2109704" indent="0">
              <a:buNone/>
              <a:defRPr sz="1846" b="1"/>
            </a:lvl5pPr>
            <a:lvl6pPr marL="2637130" indent="0">
              <a:buNone/>
              <a:defRPr sz="1846" b="1"/>
            </a:lvl6pPr>
            <a:lvl7pPr marL="3164556" indent="0">
              <a:buNone/>
              <a:defRPr sz="1846" b="1"/>
            </a:lvl7pPr>
            <a:lvl8pPr marL="3691981" indent="0">
              <a:buNone/>
              <a:defRPr sz="1846" b="1"/>
            </a:lvl8pPr>
            <a:lvl9pPr marL="4219407" indent="0">
              <a:buNone/>
              <a:defRPr sz="1846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968819" y="2890114"/>
            <a:ext cx="5950259" cy="4250923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120533" y="1939564"/>
            <a:ext cx="5979563" cy="950550"/>
          </a:xfrm>
        </p:spPr>
        <p:txBody>
          <a:bodyPr anchor="b"/>
          <a:lstStyle>
            <a:lvl1pPr marL="0" indent="0">
              <a:buNone/>
              <a:defRPr sz="2769" b="1"/>
            </a:lvl1pPr>
            <a:lvl2pPr marL="527426" indent="0">
              <a:buNone/>
              <a:defRPr sz="2307" b="1"/>
            </a:lvl2pPr>
            <a:lvl3pPr marL="1054852" indent="0">
              <a:buNone/>
              <a:defRPr sz="2076" b="1"/>
            </a:lvl3pPr>
            <a:lvl4pPr marL="1582278" indent="0">
              <a:buNone/>
              <a:defRPr sz="1846" b="1"/>
            </a:lvl4pPr>
            <a:lvl5pPr marL="2109704" indent="0">
              <a:buNone/>
              <a:defRPr sz="1846" b="1"/>
            </a:lvl5pPr>
            <a:lvl6pPr marL="2637130" indent="0">
              <a:buNone/>
              <a:defRPr sz="1846" b="1"/>
            </a:lvl6pPr>
            <a:lvl7pPr marL="3164556" indent="0">
              <a:buNone/>
              <a:defRPr sz="1846" b="1"/>
            </a:lvl7pPr>
            <a:lvl8pPr marL="3691981" indent="0">
              <a:buNone/>
              <a:defRPr sz="1846" b="1"/>
            </a:lvl8pPr>
            <a:lvl9pPr marL="4219407" indent="0">
              <a:buNone/>
              <a:defRPr sz="1846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120533" y="2890114"/>
            <a:ext cx="5979563" cy="4250923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9929CD-16F6-480C-A5C4-62DBC326D803}" type="datetimeFigureOut">
              <a:rPr lang="ko-KR" altLang="en-US" smtClean="0"/>
              <a:t>2025-12-05</a:t>
            </a:fld>
            <a:endParaRPr lang="ko-KR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9EB744-0BAF-44F7-8242-8B05DB6BEF6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8276713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9929CD-16F6-480C-A5C4-62DBC326D803}" type="datetimeFigureOut">
              <a:rPr lang="ko-KR" altLang="en-US" smtClean="0"/>
              <a:t>2025-12-05</a:t>
            </a:fld>
            <a:endParaRPr lang="ko-KR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9EB744-0BAF-44F7-8242-8B05DB6BEF6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6987974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9929CD-16F6-480C-A5C4-62DBC326D803}" type="datetimeFigureOut">
              <a:rPr lang="ko-KR" altLang="en-US" smtClean="0"/>
              <a:t>2025-12-05</a:t>
            </a:fld>
            <a:endParaRPr lang="ko-KR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9EB744-0BAF-44F7-8242-8B05DB6BEF6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7699474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8818" y="527473"/>
            <a:ext cx="4536409" cy="1846157"/>
          </a:xfrm>
        </p:spPr>
        <p:txBody>
          <a:bodyPr anchor="b"/>
          <a:lstStyle>
            <a:lvl1pPr>
              <a:defRPr sz="3692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979563" y="1139197"/>
            <a:ext cx="7120533" cy="5622719"/>
          </a:xfrm>
        </p:spPr>
        <p:txBody>
          <a:bodyPr/>
          <a:lstStyle>
            <a:lvl1pPr>
              <a:defRPr sz="3692"/>
            </a:lvl1pPr>
            <a:lvl2pPr>
              <a:defRPr sz="3230"/>
            </a:lvl2pPr>
            <a:lvl3pPr>
              <a:defRPr sz="2769"/>
            </a:lvl3pPr>
            <a:lvl4pPr>
              <a:defRPr sz="2307"/>
            </a:lvl4pPr>
            <a:lvl5pPr>
              <a:defRPr sz="2307"/>
            </a:lvl5pPr>
            <a:lvl6pPr>
              <a:defRPr sz="2307"/>
            </a:lvl6pPr>
            <a:lvl7pPr>
              <a:defRPr sz="2307"/>
            </a:lvl7pPr>
            <a:lvl8pPr>
              <a:defRPr sz="2307"/>
            </a:lvl8pPr>
            <a:lvl9pPr>
              <a:defRPr sz="2307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68818" y="2373630"/>
            <a:ext cx="4536409" cy="4397443"/>
          </a:xfrm>
        </p:spPr>
        <p:txBody>
          <a:bodyPr/>
          <a:lstStyle>
            <a:lvl1pPr marL="0" indent="0">
              <a:buNone/>
              <a:defRPr sz="1846"/>
            </a:lvl1pPr>
            <a:lvl2pPr marL="527426" indent="0">
              <a:buNone/>
              <a:defRPr sz="1615"/>
            </a:lvl2pPr>
            <a:lvl3pPr marL="1054852" indent="0">
              <a:buNone/>
              <a:defRPr sz="1384"/>
            </a:lvl3pPr>
            <a:lvl4pPr marL="1582278" indent="0">
              <a:buNone/>
              <a:defRPr sz="1154"/>
            </a:lvl4pPr>
            <a:lvl5pPr marL="2109704" indent="0">
              <a:buNone/>
              <a:defRPr sz="1154"/>
            </a:lvl5pPr>
            <a:lvl6pPr marL="2637130" indent="0">
              <a:buNone/>
              <a:defRPr sz="1154"/>
            </a:lvl6pPr>
            <a:lvl7pPr marL="3164556" indent="0">
              <a:buNone/>
              <a:defRPr sz="1154"/>
            </a:lvl7pPr>
            <a:lvl8pPr marL="3691981" indent="0">
              <a:buNone/>
              <a:defRPr sz="1154"/>
            </a:lvl8pPr>
            <a:lvl9pPr marL="4219407" indent="0">
              <a:buNone/>
              <a:defRPr sz="1154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9929CD-16F6-480C-A5C4-62DBC326D803}" type="datetimeFigureOut">
              <a:rPr lang="ko-KR" altLang="en-US" smtClean="0"/>
              <a:t>2025-12-05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9EB744-0BAF-44F7-8242-8B05DB6BEF6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3393783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8818" y="527473"/>
            <a:ext cx="4536409" cy="1846157"/>
          </a:xfrm>
        </p:spPr>
        <p:txBody>
          <a:bodyPr anchor="b"/>
          <a:lstStyle>
            <a:lvl1pPr>
              <a:defRPr sz="3692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979563" y="1139197"/>
            <a:ext cx="7120533" cy="5622719"/>
          </a:xfrm>
        </p:spPr>
        <p:txBody>
          <a:bodyPr anchor="t"/>
          <a:lstStyle>
            <a:lvl1pPr marL="0" indent="0">
              <a:buNone/>
              <a:defRPr sz="3692"/>
            </a:lvl1pPr>
            <a:lvl2pPr marL="527426" indent="0">
              <a:buNone/>
              <a:defRPr sz="3230"/>
            </a:lvl2pPr>
            <a:lvl3pPr marL="1054852" indent="0">
              <a:buNone/>
              <a:defRPr sz="2769"/>
            </a:lvl3pPr>
            <a:lvl4pPr marL="1582278" indent="0">
              <a:buNone/>
              <a:defRPr sz="2307"/>
            </a:lvl4pPr>
            <a:lvl5pPr marL="2109704" indent="0">
              <a:buNone/>
              <a:defRPr sz="2307"/>
            </a:lvl5pPr>
            <a:lvl6pPr marL="2637130" indent="0">
              <a:buNone/>
              <a:defRPr sz="2307"/>
            </a:lvl6pPr>
            <a:lvl7pPr marL="3164556" indent="0">
              <a:buNone/>
              <a:defRPr sz="2307"/>
            </a:lvl7pPr>
            <a:lvl8pPr marL="3691981" indent="0">
              <a:buNone/>
              <a:defRPr sz="2307"/>
            </a:lvl8pPr>
            <a:lvl9pPr marL="4219407" indent="0">
              <a:buNone/>
              <a:defRPr sz="2307"/>
            </a:lvl9pPr>
          </a:lstStyle>
          <a:p>
            <a:r>
              <a:rPr lang="ko-KR" altLang="en-US"/>
              <a:t>그림을 추가하려면 아이콘을 클릭하십시오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68818" y="2373630"/>
            <a:ext cx="4536409" cy="4397443"/>
          </a:xfrm>
        </p:spPr>
        <p:txBody>
          <a:bodyPr/>
          <a:lstStyle>
            <a:lvl1pPr marL="0" indent="0">
              <a:buNone/>
              <a:defRPr sz="1846"/>
            </a:lvl1pPr>
            <a:lvl2pPr marL="527426" indent="0">
              <a:buNone/>
              <a:defRPr sz="1615"/>
            </a:lvl2pPr>
            <a:lvl3pPr marL="1054852" indent="0">
              <a:buNone/>
              <a:defRPr sz="1384"/>
            </a:lvl3pPr>
            <a:lvl4pPr marL="1582278" indent="0">
              <a:buNone/>
              <a:defRPr sz="1154"/>
            </a:lvl4pPr>
            <a:lvl5pPr marL="2109704" indent="0">
              <a:buNone/>
              <a:defRPr sz="1154"/>
            </a:lvl5pPr>
            <a:lvl6pPr marL="2637130" indent="0">
              <a:buNone/>
              <a:defRPr sz="1154"/>
            </a:lvl6pPr>
            <a:lvl7pPr marL="3164556" indent="0">
              <a:buNone/>
              <a:defRPr sz="1154"/>
            </a:lvl7pPr>
            <a:lvl8pPr marL="3691981" indent="0">
              <a:buNone/>
              <a:defRPr sz="1154"/>
            </a:lvl8pPr>
            <a:lvl9pPr marL="4219407" indent="0">
              <a:buNone/>
              <a:defRPr sz="1154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9929CD-16F6-480C-A5C4-62DBC326D803}" type="datetimeFigureOut">
              <a:rPr lang="ko-KR" altLang="en-US" smtClean="0"/>
              <a:t>2025-12-05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9EB744-0BAF-44F7-8242-8B05DB6BEF6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8724655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9929CD-16F6-480C-A5C4-62DBC326D803}" type="datetimeFigureOut">
              <a:rPr lang="ko-KR" altLang="en-US" smtClean="0"/>
              <a:t>2025-12-05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9EB744-0BAF-44F7-8242-8B05DB6BEF6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4843959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0065444" y="421246"/>
            <a:ext cx="3032820" cy="6705139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66986" y="421246"/>
            <a:ext cx="8922643" cy="6705139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9929CD-16F6-480C-A5C4-62DBC326D803}" type="datetimeFigureOut">
              <a:rPr lang="ko-KR" altLang="en-US" smtClean="0"/>
              <a:t>2025-12-05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9EB744-0BAF-44F7-8242-8B05DB6BEF6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4801172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기본마스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362917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66986" y="421247"/>
            <a:ext cx="12131278" cy="152930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6986" y="2106230"/>
            <a:ext cx="12131278" cy="502015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966986" y="7333345"/>
            <a:ext cx="3164681" cy="42124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384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B9929CD-16F6-480C-A5C4-62DBC326D803}" type="datetimeFigureOut">
              <a:rPr lang="ko-KR" altLang="en-US" smtClean="0"/>
              <a:t>2025-12-05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659114" y="7333345"/>
            <a:ext cx="4747022" cy="42124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384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933583" y="7333345"/>
            <a:ext cx="3164681" cy="42124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384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19EB744-0BAF-44F7-8242-8B05DB6BEF6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8812247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6" r:id="rId1"/>
    <p:sldLayoutId id="2147483687" r:id="rId2"/>
    <p:sldLayoutId id="2147483688" r:id="rId3"/>
    <p:sldLayoutId id="2147483689" r:id="rId4"/>
    <p:sldLayoutId id="2147483690" r:id="rId5"/>
    <p:sldLayoutId id="2147483691" r:id="rId6"/>
    <p:sldLayoutId id="2147483692" r:id="rId7"/>
    <p:sldLayoutId id="2147483693" r:id="rId8"/>
    <p:sldLayoutId id="2147483694" r:id="rId9"/>
    <p:sldLayoutId id="2147483695" r:id="rId10"/>
    <p:sldLayoutId id="2147483696" r:id="rId11"/>
    <p:sldLayoutId id="2147483697" r:id="rId12"/>
  </p:sldLayoutIdLst>
  <p:txStyles>
    <p:titleStyle>
      <a:lvl1pPr algn="l" defTabSz="1054852" rtl="0" eaLnBrk="1" latinLnBrk="1" hangingPunct="1">
        <a:lnSpc>
          <a:spcPct val="90000"/>
        </a:lnSpc>
        <a:spcBef>
          <a:spcPct val="0"/>
        </a:spcBef>
        <a:buNone/>
        <a:defRPr sz="5076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63713" indent="-263713" algn="l" defTabSz="1054852" rtl="0" eaLnBrk="1" latinLnBrk="1" hangingPunct="1">
        <a:lnSpc>
          <a:spcPct val="90000"/>
        </a:lnSpc>
        <a:spcBef>
          <a:spcPts val="1154"/>
        </a:spcBef>
        <a:buFont typeface="Arial" panose="020B0604020202020204" pitchFamily="34" charset="0"/>
        <a:buChar char="•"/>
        <a:defRPr sz="3230" kern="1200">
          <a:solidFill>
            <a:schemeClr val="tx1"/>
          </a:solidFill>
          <a:latin typeface="+mn-lt"/>
          <a:ea typeface="+mn-ea"/>
          <a:cs typeface="+mn-cs"/>
        </a:defRPr>
      </a:lvl1pPr>
      <a:lvl2pPr marL="791139" indent="-263713" algn="l" defTabSz="1054852" rtl="0" eaLnBrk="1" latinLnBrk="1" hangingPunct="1">
        <a:lnSpc>
          <a:spcPct val="90000"/>
        </a:lnSpc>
        <a:spcBef>
          <a:spcPts val="577"/>
        </a:spcBef>
        <a:buFont typeface="Arial" panose="020B0604020202020204" pitchFamily="34" charset="0"/>
        <a:buChar char="•"/>
        <a:defRPr sz="2769" kern="1200">
          <a:solidFill>
            <a:schemeClr val="tx1"/>
          </a:solidFill>
          <a:latin typeface="+mn-lt"/>
          <a:ea typeface="+mn-ea"/>
          <a:cs typeface="+mn-cs"/>
        </a:defRPr>
      </a:lvl2pPr>
      <a:lvl3pPr marL="1318565" indent="-263713" algn="l" defTabSz="1054852" rtl="0" eaLnBrk="1" latinLnBrk="1" hangingPunct="1">
        <a:lnSpc>
          <a:spcPct val="90000"/>
        </a:lnSpc>
        <a:spcBef>
          <a:spcPts val="577"/>
        </a:spcBef>
        <a:buFont typeface="Arial" panose="020B0604020202020204" pitchFamily="34" charset="0"/>
        <a:buChar char="•"/>
        <a:defRPr sz="2307" kern="1200">
          <a:solidFill>
            <a:schemeClr val="tx1"/>
          </a:solidFill>
          <a:latin typeface="+mn-lt"/>
          <a:ea typeface="+mn-ea"/>
          <a:cs typeface="+mn-cs"/>
        </a:defRPr>
      </a:lvl3pPr>
      <a:lvl4pPr marL="1845991" indent="-263713" algn="l" defTabSz="1054852" rtl="0" eaLnBrk="1" latinLnBrk="1" hangingPunct="1">
        <a:lnSpc>
          <a:spcPct val="90000"/>
        </a:lnSpc>
        <a:spcBef>
          <a:spcPts val="577"/>
        </a:spcBef>
        <a:buFont typeface="Arial" panose="020B0604020202020204" pitchFamily="34" charset="0"/>
        <a:buChar char="•"/>
        <a:defRPr sz="2076" kern="1200">
          <a:solidFill>
            <a:schemeClr val="tx1"/>
          </a:solidFill>
          <a:latin typeface="+mn-lt"/>
          <a:ea typeface="+mn-ea"/>
          <a:cs typeface="+mn-cs"/>
        </a:defRPr>
      </a:lvl4pPr>
      <a:lvl5pPr marL="2373417" indent="-263713" algn="l" defTabSz="1054852" rtl="0" eaLnBrk="1" latinLnBrk="1" hangingPunct="1">
        <a:lnSpc>
          <a:spcPct val="90000"/>
        </a:lnSpc>
        <a:spcBef>
          <a:spcPts val="577"/>
        </a:spcBef>
        <a:buFont typeface="Arial" panose="020B0604020202020204" pitchFamily="34" charset="0"/>
        <a:buChar char="•"/>
        <a:defRPr sz="2076" kern="1200">
          <a:solidFill>
            <a:schemeClr val="tx1"/>
          </a:solidFill>
          <a:latin typeface="+mn-lt"/>
          <a:ea typeface="+mn-ea"/>
          <a:cs typeface="+mn-cs"/>
        </a:defRPr>
      </a:lvl5pPr>
      <a:lvl6pPr marL="2900843" indent="-263713" algn="l" defTabSz="1054852" rtl="0" eaLnBrk="1" latinLnBrk="1" hangingPunct="1">
        <a:lnSpc>
          <a:spcPct val="90000"/>
        </a:lnSpc>
        <a:spcBef>
          <a:spcPts val="577"/>
        </a:spcBef>
        <a:buFont typeface="Arial" panose="020B0604020202020204" pitchFamily="34" charset="0"/>
        <a:buChar char="•"/>
        <a:defRPr sz="2076" kern="1200">
          <a:solidFill>
            <a:schemeClr val="tx1"/>
          </a:solidFill>
          <a:latin typeface="+mn-lt"/>
          <a:ea typeface="+mn-ea"/>
          <a:cs typeface="+mn-cs"/>
        </a:defRPr>
      </a:lvl6pPr>
      <a:lvl7pPr marL="3428268" indent="-263713" algn="l" defTabSz="1054852" rtl="0" eaLnBrk="1" latinLnBrk="1" hangingPunct="1">
        <a:lnSpc>
          <a:spcPct val="90000"/>
        </a:lnSpc>
        <a:spcBef>
          <a:spcPts val="577"/>
        </a:spcBef>
        <a:buFont typeface="Arial" panose="020B0604020202020204" pitchFamily="34" charset="0"/>
        <a:buChar char="•"/>
        <a:defRPr sz="2076" kern="1200">
          <a:solidFill>
            <a:schemeClr val="tx1"/>
          </a:solidFill>
          <a:latin typeface="+mn-lt"/>
          <a:ea typeface="+mn-ea"/>
          <a:cs typeface="+mn-cs"/>
        </a:defRPr>
      </a:lvl7pPr>
      <a:lvl8pPr marL="3955694" indent="-263713" algn="l" defTabSz="1054852" rtl="0" eaLnBrk="1" latinLnBrk="1" hangingPunct="1">
        <a:lnSpc>
          <a:spcPct val="90000"/>
        </a:lnSpc>
        <a:spcBef>
          <a:spcPts val="577"/>
        </a:spcBef>
        <a:buFont typeface="Arial" panose="020B0604020202020204" pitchFamily="34" charset="0"/>
        <a:buChar char="•"/>
        <a:defRPr sz="2076" kern="1200">
          <a:solidFill>
            <a:schemeClr val="tx1"/>
          </a:solidFill>
          <a:latin typeface="+mn-lt"/>
          <a:ea typeface="+mn-ea"/>
          <a:cs typeface="+mn-cs"/>
        </a:defRPr>
      </a:lvl8pPr>
      <a:lvl9pPr marL="4483120" indent="-263713" algn="l" defTabSz="1054852" rtl="0" eaLnBrk="1" latinLnBrk="1" hangingPunct="1">
        <a:lnSpc>
          <a:spcPct val="90000"/>
        </a:lnSpc>
        <a:spcBef>
          <a:spcPts val="577"/>
        </a:spcBef>
        <a:buFont typeface="Arial" panose="020B0604020202020204" pitchFamily="34" charset="0"/>
        <a:buChar char="•"/>
        <a:defRPr sz="2076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054852" rtl="0" eaLnBrk="1" latinLnBrk="1" hangingPunct="1">
        <a:defRPr sz="2076" kern="1200">
          <a:solidFill>
            <a:schemeClr val="tx1"/>
          </a:solidFill>
          <a:latin typeface="+mn-lt"/>
          <a:ea typeface="+mn-ea"/>
          <a:cs typeface="+mn-cs"/>
        </a:defRPr>
      </a:lvl1pPr>
      <a:lvl2pPr marL="527426" algn="l" defTabSz="1054852" rtl="0" eaLnBrk="1" latinLnBrk="1" hangingPunct="1">
        <a:defRPr sz="2076" kern="1200">
          <a:solidFill>
            <a:schemeClr val="tx1"/>
          </a:solidFill>
          <a:latin typeface="+mn-lt"/>
          <a:ea typeface="+mn-ea"/>
          <a:cs typeface="+mn-cs"/>
        </a:defRPr>
      </a:lvl2pPr>
      <a:lvl3pPr marL="1054852" algn="l" defTabSz="1054852" rtl="0" eaLnBrk="1" latinLnBrk="1" hangingPunct="1">
        <a:defRPr sz="2076" kern="1200">
          <a:solidFill>
            <a:schemeClr val="tx1"/>
          </a:solidFill>
          <a:latin typeface="+mn-lt"/>
          <a:ea typeface="+mn-ea"/>
          <a:cs typeface="+mn-cs"/>
        </a:defRPr>
      </a:lvl3pPr>
      <a:lvl4pPr marL="1582278" algn="l" defTabSz="1054852" rtl="0" eaLnBrk="1" latinLnBrk="1" hangingPunct="1">
        <a:defRPr sz="2076" kern="1200">
          <a:solidFill>
            <a:schemeClr val="tx1"/>
          </a:solidFill>
          <a:latin typeface="+mn-lt"/>
          <a:ea typeface="+mn-ea"/>
          <a:cs typeface="+mn-cs"/>
        </a:defRPr>
      </a:lvl4pPr>
      <a:lvl5pPr marL="2109704" algn="l" defTabSz="1054852" rtl="0" eaLnBrk="1" latinLnBrk="1" hangingPunct="1">
        <a:defRPr sz="2076" kern="1200">
          <a:solidFill>
            <a:schemeClr val="tx1"/>
          </a:solidFill>
          <a:latin typeface="+mn-lt"/>
          <a:ea typeface="+mn-ea"/>
          <a:cs typeface="+mn-cs"/>
        </a:defRPr>
      </a:lvl5pPr>
      <a:lvl6pPr marL="2637130" algn="l" defTabSz="1054852" rtl="0" eaLnBrk="1" latinLnBrk="1" hangingPunct="1">
        <a:defRPr sz="2076" kern="1200">
          <a:solidFill>
            <a:schemeClr val="tx1"/>
          </a:solidFill>
          <a:latin typeface="+mn-lt"/>
          <a:ea typeface="+mn-ea"/>
          <a:cs typeface="+mn-cs"/>
        </a:defRPr>
      </a:lvl6pPr>
      <a:lvl7pPr marL="3164556" algn="l" defTabSz="1054852" rtl="0" eaLnBrk="1" latinLnBrk="1" hangingPunct="1">
        <a:defRPr sz="2076" kern="1200">
          <a:solidFill>
            <a:schemeClr val="tx1"/>
          </a:solidFill>
          <a:latin typeface="+mn-lt"/>
          <a:ea typeface="+mn-ea"/>
          <a:cs typeface="+mn-cs"/>
        </a:defRPr>
      </a:lvl7pPr>
      <a:lvl8pPr marL="3691981" algn="l" defTabSz="1054852" rtl="0" eaLnBrk="1" latinLnBrk="1" hangingPunct="1">
        <a:defRPr sz="2076" kern="1200">
          <a:solidFill>
            <a:schemeClr val="tx1"/>
          </a:solidFill>
          <a:latin typeface="+mn-lt"/>
          <a:ea typeface="+mn-ea"/>
          <a:cs typeface="+mn-cs"/>
        </a:defRPr>
      </a:lvl8pPr>
      <a:lvl9pPr marL="4219407" algn="l" defTabSz="1054852" rtl="0" eaLnBrk="1" latinLnBrk="1" hangingPunct="1">
        <a:defRPr sz="2076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13" Type="http://schemas.openxmlformats.org/officeDocument/2006/relationships/image" Target="../media/image12.emf"/><Relationship Id="rId18" Type="http://schemas.openxmlformats.org/officeDocument/2006/relationships/image" Target="../media/image17.emf"/><Relationship Id="rId26" Type="http://schemas.openxmlformats.org/officeDocument/2006/relationships/image" Target="../media/image25.png"/><Relationship Id="rId3" Type="http://schemas.openxmlformats.org/officeDocument/2006/relationships/image" Target="../media/image2.emf"/><Relationship Id="rId21" Type="http://schemas.openxmlformats.org/officeDocument/2006/relationships/image" Target="../media/image20.emf"/><Relationship Id="rId7" Type="http://schemas.openxmlformats.org/officeDocument/2006/relationships/image" Target="../media/image6.emf"/><Relationship Id="rId12" Type="http://schemas.openxmlformats.org/officeDocument/2006/relationships/image" Target="../media/image11.emf"/><Relationship Id="rId17" Type="http://schemas.openxmlformats.org/officeDocument/2006/relationships/image" Target="../media/image16.emf"/><Relationship Id="rId25" Type="http://schemas.openxmlformats.org/officeDocument/2006/relationships/image" Target="../media/image24.emf"/><Relationship Id="rId33" Type="http://schemas.openxmlformats.org/officeDocument/2006/relationships/image" Target="../media/image32.svg"/><Relationship Id="rId2" Type="http://schemas.openxmlformats.org/officeDocument/2006/relationships/notesSlide" Target="../notesSlides/notesSlide1.xml"/><Relationship Id="rId16" Type="http://schemas.openxmlformats.org/officeDocument/2006/relationships/image" Target="../media/image15.emf"/><Relationship Id="rId20" Type="http://schemas.openxmlformats.org/officeDocument/2006/relationships/image" Target="../media/image19.emf"/><Relationship Id="rId29" Type="http://schemas.openxmlformats.org/officeDocument/2006/relationships/image" Target="../media/image28.sv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5.emf"/><Relationship Id="rId11" Type="http://schemas.openxmlformats.org/officeDocument/2006/relationships/image" Target="../media/image10.emf"/><Relationship Id="rId24" Type="http://schemas.openxmlformats.org/officeDocument/2006/relationships/image" Target="../media/image23.emf"/><Relationship Id="rId32" Type="http://schemas.openxmlformats.org/officeDocument/2006/relationships/image" Target="../media/image31.png"/><Relationship Id="rId5" Type="http://schemas.openxmlformats.org/officeDocument/2006/relationships/image" Target="../media/image4.emf"/><Relationship Id="rId15" Type="http://schemas.openxmlformats.org/officeDocument/2006/relationships/image" Target="../media/image14.emf"/><Relationship Id="rId23" Type="http://schemas.openxmlformats.org/officeDocument/2006/relationships/image" Target="../media/image22.emf"/><Relationship Id="rId28" Type="http://schemas.openxmlformats.org/officeDocument/2006/relationships/image" Target="../media/image27.png"/><Relationship Id="rId10" Type="http://schemas.openxmlformats.org/officeDocument/2006/relationships/image" Target="../media/image9.emf"/><Relationship Id="rId19" Type="http://schemas.openxmlformats.org/officeDocument/2006/relationships/image" Target="../media/image18.emf"/><Relationship Id="rId31" Type="http://schemas.openxmlformats.org/officeDocument/2006/relationships/image" Target="../media/image30.svg"/><Relationship Id="rId4" Type="http://schemas.openxmlformats.org/officeDocument/2006/relationships/image" Target="../media/image3.emf"/><Relationship Id="rId9" Type="http://schemas.openxmlformats.org/officeDocument/2006/relationships/image" Target="../media/image8.emf"/><Relationship Id="rId14" Type="http://schemas.openxmlformats.org/officeDocument/2006/relationships/image" Target="../media/image13.emf"/><Relationship Id="rId22" Type="http://schemas.openxmlformats.org/officeDocument/2006/relationships/image" Target="../media/image21.emf"/><Relationship Id="rId27" Type="http://schemas.openxmlformats.org/officeDocument/2006/relationships/image" Target="../media/image26.svg"/><Relationship Id="rId30" Type="http://schemas.openxmlformats.org/officeDocument/2006/relationships/image" Target="../media/image29.png"/><Relationship Id="rId8" Type="http://schemas.openxmlformats.org/officeDocument/2006/relationships/image" Target="../media/image7.em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그림 5">
            <a:extLst>
              <a:ext uri="{FF2B5EF4-FFF2-40B4-BE49-F238E27FC236}">
                <a16:creationId xmlns:a16="http://schemas.microsoft.com/office/drawing/2014/main" id="{80C13CFF-DC3A-9FC4-AF3A-6C39BB747DA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4714" y="166264"/>
            <a:ext cx="9350096" cy="75795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3197203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제목 2"/>
          <p:cNvSpPr txBox="1">
            <a:spLocks/>
          </p:cNvSpPr>
          <p:nvPr/>
        </p:nvSpPr>
        <p:spPr>
          <a:xfrm>
            <a:off x="354173" y="-385033"/>
            <a:ext cx="13422447" cy="629684"/>
          </a:xfrm>
          <a:prstGeom prst="rect">
            <a:avLst/>
          </a:prstGeom>
        </p:spPr>
        <p:txBody>
          <a:bodyPr/>
          <a:lstStyle>
            <a:lvl1pPr algn="l" defTabSz="1051103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5058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ko-KR" sz="2075" b="1" spc="-58" dirty="0">
                <a:solidFill>
                  <a:srgbClr val="3E8D3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Process Menu Items</a:t>
            </a:r>
          </a:p>
        </p:txBody>
      </p:sp>
      <p:grpSp>
        <p:nvGrpSpPr>
          <p:cNvPr id="101" name="그룹 100"/>
          <p:cNvGrpSpPr/>
          <p:nvPr/>
        </p:nvGrpSpPr>
        <p:grpSpPr>
          <a:xfrm>
            <a:off x="10051664" y="614246"/>
            <a:ext cx="1056892" cy="944826"/>
            <a:chOff x="224995" y="1976997"/>
            <a:chExt cx="916132" cy="818991"/>
          </a:xfrm>
        </p:grpSpPr>
        <p:pic>
          <p:nvPicPr>
            <p:cNvPr id="102" name="그림 101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318841" y="1976997"/>
              <a:ext cx="728438" cy="592920"/>
            </a:xfrm>
            <a:prstGeom prst="rect">
              <a:avLst/>
            </a:prstGeom>
          </p:spPr>
        </p:pic>
        <p:sp>
          <p:nvSpPr>
            <p:cNvPr id="103" name="TextBox 102"/>
            <p:cNvSpPr txBox="1"/>
            <p:nvPr/>
          </p:nvSpPr>
          <p:spPr>
            <a:xfrm>
              <a:off x="224995" y="2546821"/>
              <a:ext cx="916132" cy="249167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ko-KR" sz="1268" spc="-58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Manual Work</a:t>
              </a:r>
            </a:p>
          </p:txBody>
        </p:sp>
      </p:grpSp>
      <p:grpSp>
        <p:nvGrpSpPr>
          <p:cNvPr id="104" name="그룹 103"/>
          <p:cNvGrpSpPr/>
          <p:nvPr/>
        </p:nvGrpSpPr>
        <p:grpSpPr>
          <a:xfrm>
            <a:off x="88402" y="705896"/>
            <a:ext cx="1221616" cy="945018"/>
            <a:chOff x="1531566" y="1976997"/>
            <a:chExt cx="1058918" cy="819158"/>
          </a:xfrm>
        </p:grpSpPr>
        <p:pic>
          <p:nvPicPr>
            <p:cNvPr id="105" name="그림 104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1696805" y="1976997"/>
              <a:ext cx="728438" cy="592920"/>
            </a:xfrm>
            <a:prstGeom prst="rect">
              <a:avLst/>
            </a:prstGeom>
          </p:spPr>
        </p:pic>
        <p:sp>
          <p:nvSpPr>
            <p:cNvPr id="106" name="TextBox 105"/>
            <p:cNvSpPr txBox="1"/>
            <p:nvPr/>
          </p:nvSpPr>
          <p:spPr>
            <a:xfrm>
              <a:off x="1531566" y="2546821"/>
              <a:ext cx="1058918" cy="249334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ko-KR" sz="1269" spc="-58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</a:rPr>
                <a:t>Program</a:t>
              </a:r>
              <a:r>
                <a:rPr lang="ko-KR" altLang="en-US" sz="1269" spc="-58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</a:rPr>
                <a:t> </a:t>
              </a:r>
              <a:r>
                <a:rPr lang="en-US" altLang="ko-KR" sz="1269" spc="-58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</a:rPr>
                <a:t>Name</a:t>
              </a:r>
            </a:p>
          </p:txBody>
        </p:sp>
      </p:grpSp>
      <p:grpSp>
        <p:nvGrpSpPr>
          <p:cNvPr id="107" name="그룹 106"/>
          <p:cNvGrpSpPr/>
          <p:nvPr/>
        </p:nvGrpSpPr>
        <p:grpSpPr>
          <a:xfrm>
            <a:off x="1430473" y="705896"/>
            <a:ext cx="1221616" cy="945018"/>
            <a:chOff x="2909531" y="1976997"/>
            <a:chExt cx="1058918" cy="819158"/>
          </a:xfrm>
        </p:grpSpPr>
        <p:pic>
          <p:nvPicPr>
            <p:cNvPr id="108" name="그림 107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3074769" y="1976997"/>
              <a:ext cx="728438" cy="592920"/>
            </a:xfrm>
            <a:prstGeom prst="rect">
              <a:avLst/>
            </a:prstGeom>
          </p:spPr>
        </p:pic>
        <p:sp>
          <p:nvSpPr>
            <p:cNvPr id="109" name="TextBox 108"/>
            <p:cNvSpPr txBox="1"/>
            <p:nvPr/>
          </p:nvSpPr>
          <p:spPr>
            <a:xfrm>
              <a:off x="2909531" y="2546821"/>
              <a:ext cx="1058918" cy="249334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ko-KR" sz="1269" spc="-58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</a:rPr>
                <a:t>Program</a:t>
              </a:r>
              <a:r>
                <a:rPr lang="ko-KR" altLang="en-US" sz="1269" spc="-58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</a:rPr>
                <a:t> </a:t>
              </a:r>
              <a:r>
                <a:rPr lang="en-US" altLang="ko-KR" sz="1269" spc="-58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</a:rPr>
                <a:t>Name</a:t>
              </a:r>
            </a:p>
          </p:txBody>
        </p:sp>
      </p:grpSp>
      <p:grpSp>
        <p:nvGrpSpPr>
          <p:cNvPr id="110" name="그룹 109"/>
          <p:cNvGrpSpPr/>
          <p:nvPr/>
        </p:nvGrpSpPr>
        <p:grpSpPr>
          <a:xfrm>
            <a:off x="2772544" y="705896"/>
            <a:ext cx="1221616" cy="945018"/>
            <a:chOff x="4287495" y="1976997"/>
            <a:chExt cx="1058918" cy="819158"/>
          </a:xfrm>
        </p:grpSpPr>
        <p:pic>
          <p:nvPicPr>
            <p:cNvPr id="111" name="그림 110"/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4452733" y="1976997"/>
              <a:ext cx="728438" cy="592920"/>
            </a:xfrm>
            <a:prstGeom prst="rect">
              <a:avLst/>
            </a:prstGeom>
          </p:spPr>
        </p:pic>
        <p:sp>
          <p:nvSpPr>
            <p:cNvPr id="112" name="TextBox 111"/>
            <p:cNvSpPr txBox="1"/>
            <p:nvPr/>
          </p:nvSpPr>
          <p:spPr>
            <a:xfrm>
              <a:off x="4287495" y="2546821"/>
              <a:ext cx="1058918" cy="249334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ko-KR" sz="1269" spc="-58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</a:rPr>
                <a:t>Program</a:t>
              </a:r>
              <a:r>
                <a:rPr lang="ko-KR" altLang="en-US" sz="1269" spc="-58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</a:rPr>
                <a:t> </a:t>
              </a:r>
              <a:r>
                <a:rPr lang="en-US" altLang="ko-KR" sz="1269" spc="-58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</a:rPr>
                <a:t>Name</a:t>
              </a:r>
            </a:p>
          </p:txBody>
        </p:sp>
      </p:grpSp>
      <p:grpSp>
        <p:nvGrpSpPr>
          <p:cNvPr id="113" name="그룹 112"/>
          <p:cNvGrpSpPr/>
          <p:nvPr/>
        </p:nvGrpSpPr>
        <p:grpSpPr>
          <a:xfrm>
            <a:off x="4114614" y="705896"/>
            <a:ext cx="1221616" cy="945018"/>
            <a:chOff x="5665459" y="1976997"/>
            <a:chExt cx="1058918" cy="819158"/>
          </a:xfrm>
        </p:grpSpPr>
        <p:pic>
          <p:nvPicPr>
            <p:cNvPr id="114" name="그림 113"/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5830697" y="1976997"/>
              <a:ext cx="728438" cy="592920"/>
            </a:xfrm>
            <a:prstGeom prst="rect">
              <a:avLst/>
            </a:prstGeom>
          </p:spPr>
        </p:pic>
        <p:sp>
          <p:nvSpPr>
            <p:cNvPr id="115" name="TextBox 114"/>
            <p:cNvSpPr txBox="1"/>
            <p:nvPr/>
          </p:nvSpPr>
          <p:spPr>
            <a:xfrm>
              <a:off x="5665459" y="2546821"/>
              <a:ext cx="1058918" cy="249334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ko-KR" sz="1269" spc="-58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</a:rPr>
                <a:t>Program</a:t>
              </a:r>
              <a:r>
                <a:rPr lang="ko-KR" altLang="en-US" sz="1269" spc="-58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</a:rPr>
                <a:t> </a:t>
              </a:r>
              <a:r>
                <a:rPr lang="en-US" altLang="ko-KR" sz="1269" spc="-58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</a:rPr>
                <a:t>Name</a:t>
              </a:r>
            </a:p>
          </p:txBody>
        </p:sp>
      </p:grpSp>
      <p:grpSp>
        <p:nvGrpSpPr>
          <p:cNvPr id="116" name="그룹 115"/>
          <p:cNvGrpSpPr/>
          <p:nvPr/>
        </p:nvGrpSpPr>
        <p:grpSpPr>
          <a:xfrm>
            <a:off x="5456685" y="705896"/>
            <a:ext cx="1221616" cy="945018"/>
            <a:chOff x="7043423" y="1976997"/>
            <a:chExt cx="1058918" cy="819158"/>
          </a:xfrm>
        </p:grpSpPr>
        <p:pic>
          <p:nvPicPr>
            <p:cNvPr id="117" name="그림 116"/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7208661" y="1976997"/>
              <a:ext cx="728438" cy="592920"/>
            </a:xfrm>
            <a:prstGeom prst="rect">
              <a:avLst/>
            </a:prstGeom>
          </p:spPr>
        </p:pic>
        <p:sp>
          <p:nvSpPr>
            <p:cNvPr id="118" name="TextBox 117"/>
            <p:cNvSpPr txBox="1"/>
            <p:nvPr/>
          </p:nvSpPr>
          <p:spPr>
            <a:xfrm>
              <a:off x="7043423" y="2546821"/>
              <a:ext cx="1058918" cy="249334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ko-KR" sz="1269" spc="-58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</a:rPr>
                <a:t>Program</a:t>
              </a:r>
              <a:r>
                <a:rPr lang="ko-KR" altLang="en-US" sz="1269" spc="-58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</a:rPr>
                <a:t> </a:t>
              </a:r>
              <a:r>
                <a:rPr lang="en-US" altLang="ko-KR" sz="1269" spc="-58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</a:rPr>
                <a:t>Name</a:t>
              </a:r>
            </a:p>
          </p:txBody>
        </p:sp>
      </p:grpSp>
      <p:grpSp>
        <p:nvGrpSpPr>
          <p:cNvPr id="119" name="그룹 118"/>
          <p:cNvGrpSpPr/>
          <p:nvPr/>
        </p:nvGrpSpPr>
        <p:grpSpPr>
          <a:xfrm>
            <a:off x="10159935" y="1641531"/>
            <a:ext cx="840360" cy="944826"/>
            <a:chOff x="8586627" y="1976997"/>
            <a:chExt cx="728438" cy="818991"/>
          </a:xfrm>
        </p:grpSpPr>
        <p:pic>
          <p:nvPicPr>
            <p:cNvPr id="120" name="그림 119"/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>
              <a:off x="8586627" y="1976997"/>
              <a:ext cx="728438" cy="592920"/>
            </a:xfrm>
            <a:prstGeom prst="rect">
              <a:avLst/>
            </a:prstGeom>
          </p:spPr>
        </p:pic>
        <p:sp>
          <p:nvSpPr>
            <p:cNvPr id="121" name="TextBox 120"/>
            <p:cNvSpPr txBox="1"/>
            <p:nvPr/>
          </p:nvSpPr>
          <p:spPr>
            <a:xfrm>
              <a:off x="8621921" y="2546821"/>
              <a:ext cx="657850" cy="249167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ko-KR" sz="1268" spc="-58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Printouts</a:t>
              </a:r>
              <a:endParaRPr lang="en-US" altLang="ko-KR" sz="1269" spc="-58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endParaRPr>
            </a:p>
          </p:txBody>
        </p:sp>
      </p:grpSp>
      <p:grpSp>
        <p:nvGrpSpPr>
          <p:cNvPr id="122" name="그룹 121"/>
          <p:cNvGrpSpPr/>
          <p:nvPr/>
        </p:nvGrpSpPr>
        <p:grpSpPr>
          <a:xfrm>
            <a:off x="6824162" y="533467"/>
            <a:ext cx="1256320" cy="1304037"/>
            <a:chOff x="8547517" y="5179947"/>
            <a:chExt cx="1089000" cy="1130362"/>
          </a:xfrm>
        </p:grpSpPr>
        <p:sp>
          <p:nvSpPr>
            <p:cNvPr id="123" name="순서도: 연결자 122"/>
            <p:cNvSpPr>
              <a:spLocks noChangeAspect="1"/>
            </p:cNvSpPr>
            <p:nvPr/>
          </p:nvSpPr>
          <p:spPr>
            <a:xfrm>
              <a:off x="8547517" y="5179947"/>
              <a:ext cx="1089000" cy="1130362"/>
            </a:xfrm>
            <a:prstGeom prst="flowChartConnector">
              <a:avLst/>
            </a:prstGeom>
            <a:solidFill>
              <a:schemeClr val="bg1"/>
            </a:solidFill>
            <a:ln w="12700">
              <a:solidFill>
                <a:srgbClr val="596075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117" spc="-58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endParaRPr>
            </a:p>
          </p:txBody>
        </p:sp>
        <p:sp>
          <p:nvSpPr>
            <p:cNvPr id="124" name="TextBox 123"/>
            <p:cNvSpPr txBox="1"/>
            <p:nvPr/>
          </p:nvSpPr>
          <p:spPr>
            <a:xfrm>
              <a:off x="8573368" y="5715173"/>
              <a:ext cx="1037297" cy="41829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ko-KR" sz="1268" spc="-58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Other Module </a:t>
              </a:r>
            </a:p>
            <a:p>
              <a:pPr algn="ctr"/>
              <a:r>
                <a:rPr lang="en-US" altLang="ko-KR" sz="1268" spc="-58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Program</a:t>
              </a:r>
              <a:r>
                <a:rPr lang="ko-KR" altLang="en-US" sz="1268" spc="-58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</a:t>
              </a:r>
              <a:r>
                <a:rPr lang="en-US" altLang="ko-KR" sz="1268" spc="-58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Name</a:t>
              </a:r>
            </a:p>
          </p:txBody>
        </p:sp>
        <p:pic>
          <p:nvPicPr>
            <p:cNvPr id="125" name="그림 124"/>
            <p:cNvPicPr>
              <a:picLocks noChangeAspect="1"/>
            </p:cNvPicPr>
            <p:nvPr/>
          </p:nvPicPr>
          <p:blipFill>
            <a:blip r:embed="rId10"/>
            <a:stretch>
              <a:fillRect/>
            </a:stretch>
          </p:blipFill>
          <p:spPr>
            <a:xfrm>
              <a:off x="8911413" y="5383641"/>
              <a:ext cx="361209" cy="361487"/>
            </a:xfrm>
            <a:prstGeom prst="rect">
              <a:avLst/>
            </a:prstGeom>
          </p:spPr>
        </p:pic>
      </p:grpSp>
      <p:grpSp>
        <p:nvGrpSpPr>
          <p:cNvPr id="126" name="그룹 125"/>
          <p:cNvGrpSpPr/>
          <p:nvPr/>
        </p:nvGrpSpPr>
        <p:grpSpPr>
          <a:xfrm>
            <a:off x="8251757" y="533467"/>
            <a:ext cx="1256320" cy="1304037"/>
            <a:chOff x="6236166" y="6769212"/>
            <a:chExt cx="1089000" cy="1130362"/>
          </a:xfrm>
        </p:grpSpPr>
        <p:sp>
          <p:nvSpPr>
            <p:cNvPr id="127" name="순서도: 연결자 126"/>
            <p:cNvSpPr>
              <a:spLocks noChangeAspect="1"/>
            </p:cNvSpPr>
            <p:nvPr/>
          </p:nvSpPr>
          <p:spPr>
            <a:xfrm>
              <a:off x="6236166" y="6769212"/>
              <a:ext cx="1089000" cy="1130362"/>
            </a:xfrm>
            <a:prstGeom prst="flowChartConnector">
              <a:avLst/>
            </a:prstGeom>
            <a:solidFill>
              <a:schemeClr val="bg1"/>
            </a:solidFill>
            <a:ln w="12700">
              <a:solidFill>
                <a:srgbClr val="596075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117" spc="-58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endParaRPr>
            </a:p>
          </p:txBody>
        </p:sp>
        <p:sp>
          <p:nvSpPr>
            <p:cNvPr id="128" name="TextBox 127"/>
            <p:cNvSpPr txBox="1"/>
            <p:nvPr/>
          </p:nvSpPr>
          <p:spPr>
            <a:xfrm>
              <a:off x="6262017" y="7323705"/>
              <a:ext cx="1037297" cy="41829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ko-KR" sz="1268" spc="-58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Same Module </a:t>
              </a:r>
            </a:p>
            <a:p>
              <a:pPr algn="ctr"/>
              <a:r>
                <a:rPr lang="en-US" altLang="ko-KR" sz="1268" spc="-58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Program</a:t>
              </a:r>
              <a:r>
                <a:rPr lang="ko-KR" altLang="en-US" sz="1268" spc="-58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</a:t>
              </a:r>
              <a:r>
                <a:rPr lang="en-US" altLang="ko-KR" sz="1268" spc="-58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Name</a:t>
              </a:r>
            </a:p>
          </p:txBody>
        </p:sp>
        <p:pic>
          <p:nvPicPr>
            <p:cNvPr id="129" name="그림 128"/>
            <p:cNvPicPr>
              <a:picLocks noChangeAspect="1"/>
            </p:cNvPicPr>
            <p:nvPr/>
          </p:nvPicPr>
          <p:blipFill>
            <a:blip r:embed="rId11"/>
            <a:stretch>
              <a:fillRect/>
            </a:stretch>
          </p:blipFill>
          <p:spPr>
            <a:xfrm>
              <a:off x="6596049" y="6960984"/>
              <a:ext cx="369235" cy="377554"/>
            </a:xfrm>
            <a:prstGeom prst="rect">
              <a:avLst/>
            </a:prstGeom>
          </p:spPr>
        </p:pic>
      </p:grpSp>
      <p:grpSp>
        <p:nvGrpSpPr>
          <p:cNvPr id="130" name="그룹 129"/>
          <p:cNvGrpSpPr/>
          <p:nvPr/>
        </p:nvGrpSpPr>
        <p:grpSpPr>
          <a:xfrm>
            <a:off x="384329" y="2530597"/>
            <a:ext cx="1605675" cy="459751"/>
            <a:chOff x="1312732" y="4491037"/>
            <a:chExt cx="1391827" cy="398520"/>
          </a:xfrm>
        </p:grpSpPr>
        <p:pic>
          <p:nvPicPr>
            <p:cNvPr id="131" name="그림 130"/>
            <p:cNvPicPr>
              <a:picLocks noChangeAspect="1"/>
            </p:cNvPicPr>
            <p:nvPr/>
          </p:nvPicPr>
          <p:blipFill>
            <a:blip r:embed="rId12"/>
            <a:stretch>
              <a:fillRect/>
            </a:stretch>
          </p:blipFill>
          <p:spPr>
            <a:xfrm>
              <a:off x="1312732" y="4491037"/>
              <a:ext cx="398213" cy="398520"/>
            </a:xfrm>
            <a:prstGeom prst="rect">
              <a:avLst/>
            </a:prstGeom>
          </p:spPr>
        </p:pic>
        <p:sp>
          <p:nvSpPr>
            <p:cNvPr id="132" name="TextBox 131"/>
            <p:cNvSpPr txBox="1"/>
            <p:nvPr/>
          </p:nvSpPr>
          <p:spPr>
            <a:xfrm>
              <a:off x="1710945" y="4565714"/>
              <a:ext cx="993614" cy="249167"/>
            </a:xfrm>
            <a:prstGeom prst="rect">
              <a:avLst/>
            </a:prstGeom>
            <a:noFill/>
          </p:spPr>
          <p:txBody>
            <a:bodyPr wrap="none" lIns="41531" rtlCol="0" anchor="ctr">
              <a:spAutoFit/>
            </a:bodyPr>
            <a:lstStyle/>
            <a:p>
              <a:r>
                <a:rPr lang="en-US" altLang="ko-KR" sz="1268" spc="-58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Program Name</a:t>
              </a:r>
            </a:p>
          </p:txBody>
        </p:sp>
      </p:grpSp>
      <p:grpSp>
        <p:nvGrpSpPr>
          <p:cNvPr id="133" name="그룹 132"/>
          <p:cNvGrpSpPr/>
          <p:nvPr/>
        </p:nvGrpSpPr>
        <p:grpSpPr>
          <a:xfrm>
            <a:off x="5461976" y="2530597"/>
            <a:ext cx="1465893" cy="459751"/>
            <a:chOff x="3112849" y="4491037"/>
            <a:chExt cx="1270661" cy="398520"/>
          </a:xfrm>
        </p:grpSpPr>
        <p:pic>
          <p:nvPicPr>
            <p:cNvPr id="134" name="그림 133"/>
            <p:cNvPicPr>
              <a:picLocks noChangeAspect="1"/>
            </p:cNvPicPr>
            <p:nvPr/>
          </p:nvPicPr>
          <p:blipFill>
            <a:blip r:embed="rId13"/>
            <a:stretch>
              <a:fillRect/>
            </a:stretch>
          </p:blipFill>
          <p:spPr>
            <a:xfrm>
              <a:off x="3112849" y="4491037"/>
              <a:ext cx="398213" cy="398520"/>
            </a:xfrm>
            <a:prstGeom prst="rect">
              <a:avLst/>
            </a:prstGeom>
          </p:spPr>
        </p:pic>
        <p:sp>
          <p:nvSpPr>
            <p:cNvPr id="135" name="TextBox 134"/>
            <p:cNvSpPr txBox="1"/>
            <p:nvPr/>
          </p:nvSpPr>
          <p:spPr>
            <a:xfrm>
              <a:off x="3511062" y="4565714"/>
              <a:ext cx="872448" cy="249167"/>
            </a:xfrm>
            <a:prstGeom prst="rect">
              <a:avLst/>
            </a:prstGeom>
            <a:noFill/>
          </p:spPr>
          <p:txBody>
            <a:bodyPr wrap="none" lIns="41531" rtlCol="0" anchor="ctr">
              <a:spAutoFit/>
            </a:bodyPr>
            <a:lstStyle/>
            <a:p>
              <a:r>
                <a:rPr lang="en-US" altLang="ko-KR" sz="1268" spc="-58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Manual Work</a:t>
              </a:r>
              <a:endParaRPr lang="en-US" altLang="ko-KR" sz="1269" spc="-58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endParaRPr>
            </a:p>
          </p:txBody>
        </p:sp>
      </p:grpSp>
      <p:grpSp>
        <p:nvGrpSpPr>
          <p:cNvPr id="136" name="그룹 135"/>
          <p:cNvGrpSpPr/>
          <p:nvPr/>
        </p:nvGrpSpPr>
        <p:grpSpPr>
          <a:xfrm>
            <a:off x="2076879" y="2530597"/>
            <a:ext cx="1605675" cy="459751"/>
            <a:chOff x="4912966" y="4491037"/>
            <a:chExt cx="1391827" cy="398520"/>
          </a:xfrm>
        </p:grpSpPr>
        <p:pic>
          <p:nvPicPr>
            <p:cNvPr id="137" name="그림 136"/>
            <p:cNvPicPr>
              <a:picLocks noChangeAspect="1"/>
            </p:cNvPicPr>
            <p:nvPr/>
          </p:nvPicPr>
          <p:blipFill>
            <a:blip r:embed="rId14"/>
            <a:stretch>
              <a:fillRect/>
            </a:stretch>
          </p:blipFill>
          <p:spPr>
            <a:xfrm>
              <a:off x="4912966" y="4491037"/>
              <a:ext cx="398213" cy="398520"/>
            </a:xfrm>
            <a:prstGeom prst="rect">
              <a:avLst/>
            </a:prstGeom>
          </p:spPr>
        </p:pic>
        <p:sp>
          <p:nvSpPr>
            <p:cNvPr id="138" name="TextBox 137"/>
            <p:cNvSpPr txBox="1"/>
            <p:nvPr/>
          </p:nvSpPr>
          <p:spPr>
            <a:xfrm>
              <a:off x="5311179" y="4565714"/>
              <a:ext cx="993614" cy="249167"/>
            </a:xfrm>
            <a:prstGeom prst="rect">
              <a:avLst/>
            </a:prstGeom>
            <a:noFill/>
          </p:spPr>
          <p:txBody>
            <a:bodyPr wrap="none" lIns="41531" rtlCol="0" anchor="ctr">
              <a:spAutoFit/>
            </a:bodyPr>
            <a:lstStyle/>
            <a:p>
              <a:r>
                <a:rPr lang="en-US" altLang="ko-KR" sz="1268" spc="-58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Program Name</a:t>
              </a:r>
            </a:p>
          </p:txBody>
        </p:sp>
      </p:grpSp>
      <p:grpSp>
        <p:nvGrpSpPr>
          <p:cNvPr id="139" name="그룹 138"/>
          <p:cNvGrpSpPr/>
          <p:nvPr/>
        </p:nvGrpSpPr>
        <p:grpSpPr>
          <a:xfrm>
            <a:off x="3769428" y="2530597"/>
            <a:ext cx="1605675" cy="459751"/>
            <a:chOff x="6713083" y="4491037"/>
            <a:chExt cx="1391827" cy="398520"/>
          </a:xfrm>
        </p:grpSpPr>
        <p:pic>
          <p:nvPicPr>
            <p:cNvPr id="140" name="그림 139"/>
            <p:cNvPicPr>
              <a:picLocks noChangeAspect="1"/>
            </p:cNvPicPr>
            <p:nvPr/>
          </p:nvPicPr>
          <p:blipFill>
            <a:blip r:embed="rId15"/>
            <a:stretch>
              <a:fillRect/>
            </a:stretch>
          </p:blipFill>
          <p:spPr>
            <a:xfrm>
              <a:off x="6713083" y="4491037"/>
              <a:ext cx="398213" cy="398520"/>
            </a:xfrm>
            <a:prstGeom prst="rect">
              <a:avLst/>
            </a:prstGeom>
          </p:spPr>
        </p:pic>
        <p:sp>
          <p:nvSpPr>
            <p:cNvPr id="141" name="TextBox 140"/>
            <p:cNvSpPr txBox="1"/>
            <p:nvPr/>
          </p:nvSpPr>
          <p:spPr>
            <a:xfrm>
              <a:off x="7111296" y="4565714"/>
              <a:ext cx="993614" cy="249167"/>
            </a:xfrm>
            <a:prstGeom prst="rect">
              <a:avLst/>
            </a:prstGeom>
            <a:noFill/>
          </p:spPr>
          <p:txBody>
            <a:bodyPr wrap="none" lIns="41531" rtlCol="0" anchor="ctr">
              <a:spAutoFit/>
            </a:bodyPr>
            <a:lstStyle/>
            <a:p>
              <a:r>
                <a:rPr lang="en-US" altLang="ko-KR" sz="1268" spc="-58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Program Name</a:t>
              </a:r>
            </a:p>
          </p:txBody>
        </p:sp>
      </p:grpSp>
      <p:grpSp>
        <p:nvGrpSpPr>
          <p:cNvPr id="142" name="그룹 141"/>
          <p:cNvGrpSpPr/>
          <p:nvPr/>
        </p:nvGrpSpPr>
        <p:grpSpPr>
          <a:xfrm>
            <a:off x="6858643" y="2530597"/>
            <a:ext cx="1171471" cy="459751"/>
            <a:chOff x="8513200" y="4491037"/>
            <a:chExt cx="1015451" cy="398520"/>
          </a:xfrm>
        </p:grpSpPr>
        <p:pic>
          <p:nvPicPr>
            <p:cNvPr id="143" name="그림 142"/>
            <p:cNvPicPr>
              <a:picLocks noChangeAspect="1"/>
            </p:cNvPicPr>
            <p:nvPr/>
          </p:nvPicPr>
          <p:blipFill>
            <a:blip r:embed="rId16"/>
            <a:stretch>
              <a:fillRect/>
            </a:stretch>
          </p:blipFill>
          <p:spPr>
            <a:xfrm>
              <a:off x="8513200" y="4491037"/>
              <a:ext cx="398213" cy="398520"/>
            </a:xfrm>
            <a:prstGeom prst="rect">
              <a:avLst/>
            </a:prstGeom>
          </p:spPr>
        </p:pic>
        <p:sp>
          <p:nvSpPr>
            <p:cNvPr id="144" name="TextBox 143"/>
            <p:cNvSpPr txBox="1"/>
            <p:nvPr/>
          </p:nvSpPr>
          <p:spPr>
            <a:xfrm>
              <a:off x="8914486" y="4565714"/>
              <a:ext cx="614165" cy="249167"/>
            </a:xfrm>
            <a:prstGeom prst="rect">
              <a:avLst/>
            </a:prstGeom>
            <a:noFill/>
          </p:spPr>
          <p:txBody>
            <a:bodyPr wrap="none" lIns="41531" rtlCol="0" anchor="ctr">
              <a:spAutoFit/>
            </a:bodyPr>
            <a:lstStyle/>
            <a:p>
              <a:r>
                <a:rPr lang="en-US" altLang="ko-KR" sz="1268" spc="-58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Printouts</a:t>
              </a:r>
              <a:endParaRPr lang="en-US" altLang="ko-KR" sz="1269" spc="-58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endParaRPr>
            </a:p>
          </p:txBody>
        </p:sp>
      </p:grpSp>
      <p:sp>
        <p:nvSpPr>
          <p:cNvPr id="242" name="직사각형 241"/>
          <p:cNvSpPr/>
          <p:nvPr/>
        </p:nvSpPr>
        <p:spPr>
          <a:xfrm>
            <a:off x="221603" y="82010"/>
            <a:ext cx="9641916" cy="415313"/>
          </a:xfrm>
          <a:prstGeom prst="rect">
            <a:avLst/>
          </a:prstGeom>
          <a:solidFill>
            <a:srgbClr val="3F8D3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1383" b="1" spc="-58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Type1. Process Items  </a:t>
            </a:r>
            <a:r>
              <a:rPr lang="en-US" altLang="ko-KR" sz="1383" spc="-58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– Items used for displaying the main process</a:t>
            </a:r>
            <a:endParaRPr lang="ko-KR" altLang="en-US" sz="1383" spc="-58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43" name="직사각형 242"/>
          <p:cNvSpPr/>
          <p:nvPr/>
        </p:nvSpPr>
        <p:spPr>
          <a:xfrm>
            <a:off x="230000" y="2046076"/>
            <a:ext cx="9641916" cy="415313"/>
          </a:xfrm>
          <a:prstGeom prst="rect">
            <a:avLst/>
          </a:prstGeom>
          <a:solidFill>
            <a:srgbClr val="7EC23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1384" b="1" spc="-58">
                <a:solidFill>
                  <a:schemeClr val="bg1"/>
                </a:solidFill>
                <a:latin typeface="+mn-ea"/>
              </a:rPr>
              <a:t>Type2. </a:t>
            </a:r>
            <a:r>
              <a:rPr lang="ko-KR" altLang="en-US" sz="1384" b="1" spc="-58">
                <a:solidFill>
                  <a:schemeClr val="bg1"/>
                </a:solidFill>
                <a:latin typeface="+mn-ea"/>
              </a:rPr>
              <a:t>현황용 아이템 </a:t>
            </a:r>
            <a:r>
              <a:rPr lang="en-US" altLang="ko-KR" sz="1384" spc="-58">
                <a:solidFill>
                  <a:schemeClr val="bg1"/>
                </a:solidFill>
                <a:latin typeface="+mn-ea"/>
              </a:rPr>
              <a:t>– </a:t>
            </a:r>
            <a:r>
              <a:rPr lang="ko-KR" altLang="en-US" sz="1384" spc="-58">
                <a:solidFill>
                  <a:schemeClr val="bg1"/>
                </a:solidFill>
                <a:latin typeface="+mn-ea"/>
              </a:rPr>
              <a:t>프로세스에 포함되지 않는 부가적인 아이템</a:t>
            </a:r>
          </a:p>
        </p:txBody>
      </p:sp>
      <p:sp>
        <p:nvSpPr>
          <p:cNvPr id="244" name="직사각형 243"/>
          <p:cNvSpPr/>
          <p:nvPr/>
        </p:nvSpPr>
        <p:spPr>
          <a:xfrm>
            <a:off x="230001" y="4915507"/>
            <a:ext cx="9641916" cy="415313"/>
          </a:xfrm>
          <a:prstGeom prst="rect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1383" b="1" spc="-58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Type4. Group Items</a:t>
            </a:r>
            <a:r>
              <a:rPr lang="ko-KR" altLang="en-US" sz="1383" b="1" spc="-58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ko-KR" sz="1383" b="1" spc="-58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– Group a process</a:t>
            </a:r>
            <a:endParaRPr lang="ko-KR" altLang="en-US" sz="1383" b="1" spc="-58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45" name="직사각형 244"/>
          <p:cNvSpPr/>
          <p:nvPr/>
        </p:nvSpPr>
        <p:spPr>
          <a:xfrm>
            <a:off x="230001" y="3641746"/>
            <a:ext cx="9641917" cy="415313"/>
          </a:xfrm>
          <a:prstGeom prst="rect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1384" b="1" spc="-58">
                <a:solidFill>
                  <a:schemeClr val="bg1"/>
                </a:solidFill>
                <a:latin typeface="+mn-ea"/>
              </a:rPr>
              <a:t>Type3. </a:t>
            </a:r>
            <a:r>
              <a:rPr lang="ko-KR" altLang="en-US" sz="1384" b="1" spc="-58">
                <a:solidFill>
                  <a:schemeClr val="bg1"/>
                </a:solidFill>
                <a:latin typeface="+mn-ea"/>
              </a:rPr>
              <a:t>기타 아이템</a:t>
            </a:r>
          </a:p>
        </p:txBody>
      </p:sp>
      <p:sp>
        <p:nvSpPr>
          <p:cNvPr id="246" name="갈매기형 수장 245"/>
          <p:cNvSpPr/>
          <p:nvPr/>
        </p:nvSpPr>
        <p:spPr>
          <a:xfrm rot="5400000">
            <a:off x="406062" y="5633070"/>
            <a:ext cx="1544963" cy="1453594"/>
          </a:xfrm>
          <a:prstGeom prst="chevron">
            <a:avLst>
              <a:gd name="adj" fmla="val 30271"/>
            </a:avLst>
          </a:prstGeom>
          <a:solidFill>
            <a:srgbClr val="E0D4ED"/>
          </a:solidFill>
          <a:ln w="6350">
            <a:solidFill>
              <a:srgbClr val="E0D4E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0" anchor="ctr"/>
          <a:lstStyle/>
          <a:p>
            <a:pPr algn="ctr"/>
            <a:r>
              <a:rPr lang="en-US" altLang="ko-KR" sz="1268" b="1" spc="-58" dirty="0">
                <a:solidFill>
                  <a:srgbClr val="764FA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Introduction</a:t>
            </a:r>
            <a:endParaRPr lang="ko-KR" altLang="en-US" sz="1268" b="1" spc="-58" dirty="0">
              <a:solidFill>
                <a:srgbClr val="764FA3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47" name="모서리가 둥근 직사각형 246"/>
          <p:cNvSpPr/>
          <p:nvPr/>
        </p:nvSpPr>
        <p:spPr>
          <a:xfrm>
            <a:off x="451747" y="7239821"/>
            <a:ext cx="1453594" cy="1121344"/>
          </a:xfrm>
          <a:prstGeom prst="roundRect">
            <a:avLst>
              <a:gd name="adj" fmla="val 0"/>
            </a:avLst>
          </a:prstGeom>
          <a:solidFill>
            <a:srgbClr val="E0D4E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68" b="1" spc="-58" dirty="0">
                <a:solidFill>
                  <a:srgbClr val="764FA3"/>
                </a:solidFill>
                <a:latin typeface="+mn-ea"/>
                <a:cs typeface="Meiryo UI" panose="020B0604030504040204" pitchFamily="34" charset="-128"/>
              </a:rPr>
              <a:t>Settings</a:t>
            </a:r>
            <a:endParaRPr lang="ko-KR" altLang="en-US" sz="1268" b="1" spc="-58" dirty="0">
              <a:solidFill>
                <a:srgbClr val="764FA3"/>
              </a:solidFill>
              <a:latin typeface="+mn-ea"/>
              <a:cs typeface="Meiryo UI" panose="020B0604030504040204" pitchFamily="34" charset="-128"/>
            </a:endParaRPr>
          </a:p>
        </p:txBody>
      </p:sp>
      <p:sp>
        <p:nvSpPr>
          <p:cNvPr id="248" name="모서리가 둥근 직사각형 247">
            <a:extLst>
              <a:ext uri="{FF2B5EF4-FFF2-40B4-BE49-F238E27FC236}">
                <a16:creationId xmlns:a16="http://schemas.microsoft.com/office/drawing/2014/main" id="{45EB2BD2-487F-4EBD-9758-D3F95FDE3254}"/>
              </a:ext>
            </a:extLst>
          </p:cNvPr>
          <p:cNvSpPr/>
          <p:nvPr/>
        </p:nvSpPr>
        <p:spPr>
          <a:xfrm>
            <a:off x="3349667" y="5808417"/>
            <a:ext cx="3196726" cy="896314"/>
          </a:xfrm>
          <a:prstGeom prst="roundRect">
            <a:avLst>
              <a:gd name="adj" fmla="val 0"/>
            </a:avLst>
          </a:prstGeom>
          <a:noFill/>
          <a:ln w="12700">
            <a:solidFill>
              <a:srgbClr val="9EC69E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25657" latinLnBrk="0"/>
            <a:endParaRPr kumimoji="1" lang="ko-KR" altLang="en-US" sz="1269" spc="-58">
              <a:solidFill>
                <a:prstClr val="white"/>
              </a:solidFill>
              <a:latin typeface="+mn-ea"/>
            </a:endParaRPr>
          </a:p>
        </p:txBody>
      </p:sp>
      <p:sp>
        <p:nvSpPr>
          <p:cNvPr id="249" name="모서리가 둥근 직사각형 248"/>
          <p:cNvSpPr/>
          <p:nvPr/>
        </p:nvSpPr>
        <p:spPr>
          <a:xfrm>
            <a:off x="3942971" y="5583386"/>
            <a:ext cx="2010113" cy="415313"/>
          </a:xfrm>
          <a:prstGeom prst="roundRect">
            <a:avLst>
              <a:gd name="adj" fmla="val 50000"/>
            </a:avLst>
          </a:prstGeom>
          <a:solidFill>
            <a:srgbClr val="C6E7C6"/>
          </a:solidFill>
          <a:ln>
            <a:solidFill>
              <a:srgbClr val="C6E7C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383" b="1" spc="-58" dirty="0">
                <a:solidFill>
                  <a:srgbClr val="3F8D3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Process Group</a:t>
            </a:r>
            <a:endParaRPr lang="ko-KR" altLang="en-US" sz="1383" b="1" spc="-58" dirty="0">
              <a:solidFill>
                <a:srgbClr val="3F8D3E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50" name="모서리가 둥근 직사각형 249">
            <a:extLst>
              <a:ext uri="{FF2B5EF4-FFF2-40B4-BE49-F238E27FC236}">
                <a16:creationId xmlns:a16="http://schemas.microsoft.com/office/drawing/2014/main" id="{45EB2BD2-487F-4EBD-9758-D3F95FDE3254}"/>
              </a:ext>
            </a:extLst>
          </p:cNvPr>
          <p:cNvSpPr/>
          <p:nvPr/>
        </p:nvSpPr>
        <p:spPr>
          <a:xfrm>
            <a:off x="6625664" y="7253350"/>
            <a:ext cx="2091942" cy="632969"/>
          </a:xfrm>
          <a:prstGeom prst="roundRect">
            <a:avLst>
              <a:gd name="adj" fmla="val 0"/>
            </a:avLst>
          </a:prstGeom>
          <a:solidFill>
            <a:srgbClr val="F1F1F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054852" latinLnBrk="0"/>
            <a:endParaRPr kumimoji="1" lang="ko-KR" altLang="en-US" sz="1269" spc="-58">
              <a:solidFill>
                <a:prstClr val="white"/>
              </a:solidFill>
              <a:latin typeface="+mn-ea"/>
            </a:endParaRPr>
          </a:p>
        </p:txBody>
      </p:sp>
      <p:grpSp>
        <p:nvGrpSpPr>
          <p:cNvPr id="251" name="그룹 250"/>
          <p:cNvGrpSpPr/>
          <p:nvPr/>
        </p:nvGrpSpPr>
        <p:grpSpPr>
          <a:xfrm>
            <a:off x="6795332" y="7339959"/>
            <a:ext cx="1810538" cy="459751"/>
            <a:chOff x="1312732" y="4491037"/>
            <a:chExt cx="1569405" cy="398520"/>
          </a:xfrm>
        </p:grpSpPr>
        <p:pic>
          <p:nvPicPr>
            <p:cNvPr id="252" name="그림 251"/>
            <p:cNvPicPr>
              <a:picLocks noChangeAspect="1"/>
            </p:cNvPicPr>
            <p:nvPr/>
          </p:nvPicPr>
          <p:blipFill>
            <a:blip r:embed="rId12"/>
            <a:stretch>
              <a:fillRect/>
            </a:stretch>
          </p:blipFill>
          <p:spPr>
            <a:xfrm>
              <a:off x="1312732" y="4491037"/>
              <a:ext cx="398213" cy="398520"/>
            </a:xfrm>
            <a:prstGeom prst="rect">
              <a:avLst/>
            </a:prstGeom>
          </p:spPr>
        </p:pic>
        <p:sp>
          <p:nvSpPr>
            <p:cNvPr id="253" name="TextBox 252"/>
            <p:cNvSpPr txBox="1"/>
            <p:nvPr/>
          </p:nvSpPr>
          <p:spPr>
            <a:xfrm>
              <a:off x="1710945" y="4559492"/>
              <a:ext cx="1171192" cy="249167"/>
            </a:xfrm>
            <a:prstGeom prst="rect">
              <a:avLst/>
            </a:prstGeom>
            <a:noFill/>
          </p:spPr>
          <p:txBody>
            <a:bodyPr wrap="none" lIns="41531" rtlCol="0">
              <a:spAutoFit/>
            </a:bodyPr>
            <a:lstStyle/>
            <a:p>
              <a:r>
                <a:rPr lang="en-US" altLang="ko-KR" sz="1268" spc="-58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Background Color </a:t>
              </a:r>
            </a:p>
          </p:txBody>
        </p:sp>
      </p:grpSp>
      <p:sp>
        <p:nvSpPr>
          <p:cNvPr id="254" name="모서리가 둥근 직사각형 253"/>
          <p:cNvSpPr/>
          <p:nvPr/>
        </p:nvSpPr>
        <p:spPr>
          <a:xfrm>
            <a:off x="6778041" y="5566480"/>
            <a:ext cx="1475904" cy="415313"/>
          </a:xfrm>
          <a:prstGeom prst="roundRect">
            <a:avLst>
              <a:gd name="adj" fmla="val 0"/>
            </a:avLst>
          </a:prstGeom>
          <a:solidFill>
            <a:srgbClr val="C6E7C6"/>
          </a:solidFill>
          <a:ln>
            <a:solidFill>
              <a:srgbClr val="C6E7C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383" b="1" spc="-58" dirty="0">
                <a:solidFill>
                  <a:srgbClr val="3F8D3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Process Area 1</a:t>
            </a:r>
            <a:endParaRPr lang="ko-KR" altLang="en-US" sz="1383" b="1" spc="-58" dirty="0">
              <a:solidFill>
                <a:srgbClr val="3F8D3E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55" name="모서리가 둥근 직사각형 254"/>
          <p:cNvSpPr/>
          <p:nvPr/>
        </p:nvSpPr>
        <p:spPr>
          <a:xfrm>
            <a:off x="8265470" y="5566480"/>
            <a:ext cx="1475904" cy="415313"/>
          </a:xfrm>
          <a:prstGeom prst="roundRect">
            <a:avLst>
              <a:gd name="adj" fmla="val 0"/>
            </a:avLst>
          </a:prstGeom>
          <a:solidFill>
            <a:srgbClr val="E2F3E2"/>
          </a:solidFill>
          <a:ln>
            <a:solidFill>
              <a:srgbClr val="C6E7C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383" b="1" spc="-58" dirty="0">
                <a:solidFill>
                  <a:srgbClr val="3F8D3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Process Area 2</a:t>
            </a:r>
            <a:endParaRPr lang="ko-KR" altLang="en-US" sz="1383" b="1" spc="-58" dirty="0">
              <a:solidFill>
                <a:srgbClr val="3F8D3E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56" name="직사각형 255"/>
          <p:cNvSpPr/>
          <p:nvPr/>
        </p:nvSpPr>
        <p:spPr>
          <a:xfrm>
            <a:off x="6778041" y="5992033"/>
            <a:ext cx="1475904" cy="712698"/>
          </a:xfrm>
          <a:prstGeom prst="rect">
            <a:avLst/>
          </a:prstGeom>
          <a:solidFill>
            <a:srgbClr val="3F8D3E">
              <a:alpha val="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293" spc="-58"/>
          </a:p>
        </p:txBody>
      </p:sp>
      <p:sp>
        <p:nvSpPr>
          <p:cNvPr id="257" name="직사각형 256"/>
          <p:cNvSpPr/>
          <p:nvPr/>
        </p:nvSpPr>
        <p:spPr>
          <a:xfrm>
            <a:off x="1909825" y="5583386"/>
            <a:ext cx="1189898" cy="1121344"/>
          </a:xfrm>
          <a:prstGeom prst="rect">
            <a:avLst/>
          </a:prstGeom>
          <a:noFill/>
          <a:ln w="12700">
            <a:solidFill>
              <a:srgbClr val="C8B9D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25657" latinLnBrk="0"/>
            <a:endParaRPr kumimoji="1" lang="ko-KR" altLang="en-US" sz="1269" spc="-58">
              <a:solidFill>
                <a:prstClr val="white"/>
              </a:solidFill>
              <a:latin typeface="+mn-ea"/>
            </a:endParaRPr>
          </a:p>
        </p:txBody>
      </p:sp>
      <p:sp>
        <p:nvSpPr>
          <p:cNvPr id="258" name="모서리가 둥근 직사각형 257">
            <a:extLst>
              <a:ext uri="{FF2B5EF4-FFF2-40B4-BE49-F238E27FC236}">
                <a16:creationId xmlns:a16="http://schemas.microsoft.com/office/drawing/2014/main" id="{45EB2BD2-487F-4EBD-9758-D3F95FDE3254}"/>
              </a:ext>
            </a:extLst>
          </p:cNvPr>
          <p:cNvSpPr/>
          <p:nvPr/>
        </p:nvSpPr>
        <p:spPr>
          <a:xfrm>
            <a:off x="451748" y="7239821"/>
            <a:ext cx="2647975" cy="1121344"/>
          </a:xfrm>
          <a:prstGeom prst="roundRect">
            <a:avLst>
              <a:gd name="adj" fmla="val 0"/>
            </a:avLst>
          </a:prstGeom>
          <a:noFill/>
          <a:ln w="12700">
            <a:solidFill>
              <a:srgbClr val="C8B9D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25657" latinLnBrk="0"/>
            <a:endParaRPr kumimoji="1" lang="ko-KR" altLang="en-US" sz="1269" spc="-58">
              <a:solidFill>
                <a:prstClr val="white"/>
              </a:solidFill>
              <a:latin typeface="+mn-ea"/>
            </a:endParaRPr>
          </a:p>
        </p:txBody>
      </p:sp>
      <p:sp>
        <p:nvSpPr>
          <p:cNvPr id="259" name="직사각형 258">
            <a:extLst>
              <a:ext uri="{FF2B5EF4-FFF2-40B4-BE49-F238E27FC236}">
                <a16:creationId xmlns:a16="http://schemas.microsoft.com/office/drawing/2014/main" id="{F949DFF8-F529-C64E-85A5-6902A1227E05}"/>
              </a:ext>
            </a:extLst>
          </p:cNvPr>
          <p:cNvSpPr/>
          <p:nvPr/>
        </p:nvSpPr>
        <p:spPr>
          <a:xfrm>
            <a:off x="3361057" y="7239821"/>
            <a:ext cx="1676396" cy="1141554"/>
          </a:xfrm>
          <a:prstGeom prst="rect">
            <a:avLst/>
          </a:prstGeom>
          <a:solidFill>
            <a:srgbClr val="DCE0E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054325"/>
            <a:r>
              <a:rPr lang="en-US" altLang="ko-KR" sz="1383" b="1" spc="-58" dirty="0">
                <a:solidFill>
                  <a:srgbClr val="31385B"/>
                </a:solidFill>
                <a:latin typeface="+mn-ea"/>
              </a:rPr>
              <a:t>Status</a:t>
            </a:r>
          </a:p>
        </p:txBody>
      </p:sp>
      <p:sp>
        <p:nvSpPr>
          <p:cNvPr id="260" name="모서리가 둥근 직사각형 259">
            <a:extLst>
              <a:ext uri="{FF2B5EF4-FFF2-40B4-BE49-F238E27FC236}">
                <a16:creationId xmlns:a16="http://schemas.microsoft.com/office/drawing/2014/main" id="{397F379E-B046-BE4F-8524-F0C74059C9DD}"/>
              </a:ext>
            </a:extLst>
          </p:cNvPr>
          <p:cNvSpPr/>
          <p:nvPr/>
        </p:nvSpPr>
        <p:spPr>
          <a:xfrm>
            <a:off x="3361055" y="7239821"/>
            <a:ext cx="3196725" cy="1141554"/>
          </a:xfrm>
          <a:prstGeom prst="roundRect">
            <a:avLst>
              <a:gd name="adj" fmla="val 0"/>
            </a:avLst>
          </a:prstGeom>
          <a:noFill/>
          <a:ln w="12700">
            <a:solidFill>
              <a:srgbClr val="DDE0EB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25657" latinLnBrk="0"/>
            <a:endParaRPr kumimoji="1" lang="ko-KR" altLang="en-US" sz="1269" spc="-58">
              <a:solidFill>
                <a:prstClr val="white"/>
              </a:solidFill>
              <a:latin typeface="+mn-ea"/>
            </a:endParaRPr>
          </a:p>
        </p:txBody>
      </p:sp>
      <p:grpSp>
        <p:nvGrpSpPr>
          <p:cNvPr id="261" name="그룹 260">
            <a:extLst>
              <a:ext uri="{FF2B5EF4-FFF2-40B4-BE49-F238E27FC236}">
                <a16:creationId xmlns:a16="http://schemas.microsoft.com/office/drawing/2014/main" id="{E2D81541-33F6-FA4B-9CA8-C9B1328A7E36}"/>
              </a:ext>
            </a:extLst>
          </p:cNvPr>
          <p:cNvGrpSpPr/>
          <p:nvPr/>
        </p:nvGrpSpPr>
        <p:grpSpPr>
          <a:xfrm>
            <a:off x="3308073" y="5329457"/>
            <a:ext cx="699038" cy="869874"/>
            <a:chOff x="3604925" y="4700973"/>
            <a:chExt cx="605938" cy="754022"/>
          </a:xfrm>
        </p:grpSpPr>
        <p:cxnSp>
          <p:nvCxnSpPr>
            <p:cNvPr id="262" name="직선 연결선[R] 75">
              <a:extLst>
                <a:ext uri="{FF2B5EF4-FFF2-40B4-BE49-F238E27FC236}">
                  <a16:creationId xmlns:a16="http://schemas.microsoft.com/office/drawing/2014/main" id="{E919C17D-84BA-F94C-B181-1DA9C6B2823D}"/>
                </a:ext>
              </a:extLst>
            </p:cNvPr>
            <p:cNvCxnSpPr/>
            <p:nvPr/>
          </p:nvCxnSpPr>
          <p:spPr>
            <a:xfrm>
              <a:off x="4143011" y="4973432"/>
              <a:ext cx="0" cy="481563"/>
            </a:xfrm>
            <a:prstGeom prst="line">
              <a:avLst/>
            </a:prstGeom>
            <a:ln>
              <a:tailEnd type="none"/>
            </a:ln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263" name="직선 연결선[R] 76">
              <a:extLst>
                <a:ext uri="{FF2B5EF4-FFF2-40B4-BE49-F238E27FC236}">
                  <a16:creationId xmlns:a16="http://schemas.microsoft.com/office/drawing/2014/main" id="{46EC4104-CF9F-DA45-8FF7-B687D995DDBD}"/>
                </a:ext>
              </a:extLst>
            </p:cNvPr>
            <p:cNvCxnSpPr/>
            <p:nvPr/>
          </p:nvCxnSpPr>
          <p:spPr>
            <a:xfrm>
              <a:off x="3648258" y="4973432"/>
              <a:ext cx="0" cy="481563"/>
            </a:xfrm>
            <a:prstGeom prst="line">
              <a:avLst/>
            </a:prstGeom>
            <a:ln>
              <a:tailEnd type="none"/>
            </a:ln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264" name="직선 연결선[R] 77">
              <a:extLst>
                <a:ext uri="{FF2B5EF4-FFF2-40B4-BE49-F238E27FC236}">
                  <a16:creationId xmlns:a16="http://schemas.microsoft.com/office/drawing/2014/main" id="{7A35E3AF-34A4-9249-9615-DE27E4BFFE44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661498" y="5103444"/>
              <a:ext cx="469197" cy="0"/>
            </a:xfrm>
            <a:prstGeom prst="line">
              <a:avLst/>
            </a:prstGeom>
            <a:ln>
              <a:prstDash val="dash"/>
              <a:headEnd type="triangle"/>
              <a:tailEnd type="triangle"/>
            </a:ln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  <p:sp>
          <p:nvSpPr>
            <p:cNvPr id="265" name="TextBox 264">
              <a:extLst>
                <a:ext uri="{FF2B5EF4-FFF2-40B4-BE49-F238E27FC236}">
                  <a16:creationId xmlns:a16="http://schemas.microsoft.com/office/drawing/2014/main" id="{F619C280-3E6F-7342-A25A-1540F782287A}"/>
                </a:ext>
              </a:extLst>
            </p:cNvPr>
            <p:cNvSpPr txBox="1"/>
            <p:nvPr/>
          </p:nvSpPr>
          <p:spPr>
            <a:xfrm>
              <a:off x="3604925" y="4700973"/>
              <a:ext cx="605938" cy="23371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kumimoji="1" lang="en-US" altLang="en-US" sz="1152" spc="-58" dirty="0">
                  <a:solidFill>
                    <a:srgbClr val="DB8143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Distance</a:t>
              </a:r>
              <a:endParaRPr kumimoji="1" lang="ko-Kore-KR" altLang="en-US" sz="1152" spc="-58" dirty="0">
                <a:solidFill>
                  <a:srgbClr val="DB8143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grpSp>
        <p:nvGrpSpPr>
          <p:cNvPr id="266" name="그룹 265">
            <a:extLst>
              <a:ext uri="{FF2B5EF4-FFF2-40B4-BE49-F238E27FC236}">
                <a16:creationId xmlns:a16="http://schemas.microsoft.com/office/drawing/2014/main" id="{E978BA24-EB7F-3846-AD9C-AAE1831AEAD7}"/>
              </a:ext>
            </a:extLst>
          </p:cNvPr>
          <p:cNvGrpSpPr/>
          <p:nvPr/>
        </p:nvGrpSpPr>
        <p:grpSpPr>
          <a:xfrm>
            <a:off x="5918124" y="5321906"/>
            <a:ext cx="699038" cy="869874"/>
            <a:chOff x="3604925" y="4700973"/>
            <a:chExt cx="605938" cy="754022"/>
          </a:xfrm>
        </p:grpSpPr>
        <p:cxnSp>
          <p:nvCxnSpPr>
            <p:cNvPr id="267" name="직선 연결선[R] 81">
              <a:extLst>
                <a:ext uri="{FF2B5EF4-FFF2-40B4-BE49-F238E27FC236}">
                  <a16:creationId xmlns:a16="http://schemas.microsoft.com/office/drawing/2014/main" id="{6BA866D2-ABA6-D349-B437-ACFCF4A58881}"/>
                </a:ext>
              </a:extLst>
            </p:cNvPr>
            <p:cNvCxnSpPr/>
            <p:nvPr/>
          </p:nvCxnSpPr>
          <p:spPr>
            <a:xfrm>
              <a:off x="4143011" y="4973432"/>
              <a:ext cx="0" cy="481563"/>
            </a:xfrm>
            <a:prstGeom prst="line">
              <a:avLst/>
            </a:prstGeom>
            <a:ln>
              <a:tailEnd type="none"/>
            </a:ln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268" name="직선 연결선[R] 88">
              <a:extLst>
                <a:ext uri="{FF2B5EF4-FFF2-40B4-BE49-F238E27FC236}">
                  <a16:creationId xmlns:a16="http://schemas.microsoft.com/office/drawing/2014/main" id="{F73FBFC1-3B71-4C47-9A32-EBFF9F1CEAF1}"/>
                </a:ext>
              </a:extLst>
            </p:cNvPr>
            <p:cNvCxnSpPr/>
            <p:nvPr/>
          </p:nvCxnSpPr>
          <p:spPr>
            <a:xfrm>
              <a:off x="3648258" y="4973432"/>
              <a:ext cx="0" cy="481563"/>
            </a:xfrm>
            <a:prstGeom prst="line">
              <a:avLst/>
            </a:prstGeom>
            <a:ln>
              <a:tailEnd type="none"/>
            </a:ln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269" name="직선 연결선[R] 89">
              <a:extLst>
                <a:ext uri="{FF2B5EF4-FFF2-40B4-BE49-F238E27FC236}">
                  <a16:creationId xmlns:a16="http://schemas.microsoft.com/office/drawing/2014/main" id="{8D7B32F3-4CA8-3E4C-A5FD-37DCCEA9E080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661498" y="5103444"/>
              <a:ext cx="469197" cy="0"/>
            </a:xfrm>
            <a:prstGeom prst="line">
              <a:avLst/>
            </a:prstGeom>
            <a:ln>
              <a:prstDash val="dash"/>
              <a:headEnd type="triangle"/>
              <a:tailEnd type="triangle"/>
            </a:ln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  <p:sp>
          <p:nvSpPr>
            <p:cNvPr id="270" name="TextBox 269">
              <a:extLst>
                <a:ext uri="{FF2B5EF4-FFF2-40B4-BE49-F238E27FC236}">
                  <a16:creationId xmlns:a16="http://schemas.microsoft.com/office/drawing/2014/main" id="{1E6D944E-7AE6-D94B-A865-DB48618F8B2F}"/>
                </a:ext>
              </a:extLst>
            </p:cNvPr>
            <p:cNvSpPr txBox="1"/>
            <p:nvPr/>
          </p:nvSpPr>
          <p:spPr>
            <a:xfrm>
              <a:off x="3604925" y="4700973"/>
              <a:ext cx="605938" cy="23371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kumimoji="1" lang="en-US" altLang="en-US" sz="1152" spc="-58" dirty="0">
                  <a:solidFill>
                    <a:srgbClr val="DB8143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Distance</a:t>
              </a:r>
              <a:endParaRPr kumimoji="1" lang="ko-Kore-KR" altLang="en-US" sz="1152" spc="-58" dirty="0">
                <a:solidFill>
                  <a:srgbClr val="DB8143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grpSp>
        <p:nvGrpSpPr>
          <p:cNvPr id="271" name="그룹 270"/>
          <p:cNvGrpSpPr/>
          <p:nvPr/>
        </p:nvGrpSpPr>
        <p:grpSpPr>
          <a:xfrm>
            <a:off x="12591327" y="614247"/>
            <a:ext cx="834622" cy="956132"/>
            <a:chOff x="9724871" y="4399912"/>
            <a:chExt cx="723465" cy="828792"/>
          </a:xfrm>
        </p:grpSpPr>
        <p:pic>
          <p:nvPicPr>
            <p:cNvPr id="272" name="그림 271"/>
            <p:cNvPicPr>
              <a:picLocks noChangeAspect="1"/>
            </p:cNvPicPr>
            <p:nvPr/>
          </p:nvPicPr>
          <p:blipFill>
            <a:blip r:embed="rId17"/>
            <a:stretch>
              <a:fillRect/>
            </a:stretch>
          </p:blipFill>
          <p:spPr>
            <a:xfrm>
              <a:off x="9724871" y="4399912"/>
              <a:ext cx="722910" cy="594000"/>
            </a:xfrm>
            <a:prstGeom prst="rect">
              <a:avLst/>
            </a:prstGeom>
            <a:ln>
              <a:noFill/>
            </a:ln>
          </p:spPr>
        </p:pic>
        <p:sp>
          <p:nvSpPr>
            <p:cNvPr id="273" name="TextBox 272"/>
            <p:cNvSpPr txBox="1"/>
            <p:nvPr/>
          </p:nvSpPr>
          <p:spPr>
            <a:xfrm>
              <a:off x="9729848" y="4979536"/>
              <a:ext cx="718488" cy="249168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ko-KR" sz="1268" spc="-58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Customer</a:t>
              </a:r>
            </a:p>
          </p:txBody>
        </p:sp>
      </p:grpSp>
      <p:grpSp>
        <p:nvGrpSpPr>
          <p:cNvPr id="274" name="그룹 273"/>
          <p:cNvGrpSpPr/>
          <p:nvPr/>
        </p:nvGrpSpPr>
        <p:grpSpPr>
          <a:xfrm>
            <a:off x="11326581" y="1641530"/>
            <a:ext cx="938462" cy="1151248"/>
            <a:chOff x="10793605" y="4399912"/>
            <a:chExt cx="813475" cy="997922"/>
          </a:xfrm>
        </p:grpSpPr>
        <p:pic>
          <p:nvPicPr>
            <p:cNvPr id="275" name="그림 274"/>
            <p:cNvPicPr>
              <a:picLocks noChangeAspect="1"/>
            </p:cNvPicPr>
            <p:nvPr/>
          </p:nvPicPr>
          <p:blipFill>
            <a:blip r:embed="rId18"/>
            <a:stretch>
              <a:fillRect/>
            </a:stretch>
          </p:blipFill>
          <p:spPr>
            <a:xfrm>
              <a:off x="10836121" y="4399912"/>
              <a:ext cx="722910" cy="594000"/>
            </a:xfrm>
            <a:prstGeom prst="rect">
              <a:avLst/>
            </a:prstGeom>
            <a:ln>
              <a:noFill/>
            </a:ln>
          </p:spPr>
        </p:pic>
        <p:sp>
          <p:nvSpPr>
            <p:cNvPr id="276" name="TextBox 275"/>
            <p:cNvSpPr txBox="1"/>
            <p:nvPr/>
          </p:nvSpPr>
          <p:spPr>
            <a:xfrm>
              <a:off x="10793605" y="4979536"/>
              <a:ext cx="813475" cy="4182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ko-KR" sz="1268" spc="-58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Linked</a:t>
              </a:r>
              <a:br>
                <a:rPr lang="en-US" altLang="ko-KR" sz="1268" spc="-58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</a:br>
              <a:r>
                <a:rPr lang="en-US" altLang="ko-KR" sz="1268" spc="-58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Companies</a:t>
              </a:r>
            </a:p>
          </p:txBody>
        </p:sp>
      </p:grpSp>
      <p:grpSp>
        <p:nvGrpSpPr>
          <p:cNvPr id="277" name="그룹 276"/>
          <p:cNvGrpSpPr/>
          <p:nvPr/>
        </p:nvGrpSpPr>
        <p:grpSpPr>
          <a:xfrm>
            <a:off x="11375630" y="614247"/>
            <a:ext cx="845253" cy="956132"/>
            <a:chOff x="8213571" y="3415662"/>
            <a:chExt cx="732680" cy="828792"/>
          </a:xfrm>
        </p:grpSpPr>
        <p:pic>
          <p:nvPicPr>
            <p:cNvPr id="278" name="그림 277"/>
            <p:cNvPicPr>
              <a:picLocks noChangeAspect="1"/>
            </p:cNvPicPr>
            <p:nvPr/>
          </p:nvPicPr>
          <p:blipFill>
            <a:blip r:embed="rId19"/>
            <a:stretch>
              <a:fillRect/>
            </a:stretch>
          </p:blipFill>
          <p:spPr>
            <a:xfrm>
              <a:off x="8213571" y="3415662"/>
              <a:ext cx="732680" cy="594000"/>
            </a:xfrm>
            <a:prstGeom prst="rect">
              <a:avLst/>
            </a:prstGeom>
            <a:ln>
              <a:noFill/>
            </a:ln>
          </p:spPr>
        </p:pic>
        <p:sp>
          <p:nvSpPr>
            <p:cNvPr id="279" name="TextBox 278"/>
            <p:cNvSpPr txBox="1"/>
            <p:nvPr/>
          </p:nvSpPr>
          <p:spPr>
            <a:xfrm>
              <a:off x="8350162" y="3995286"/>
              <a:ext cx="455259" cy="249168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ko-KR" sz="1268" spc="-58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Bank</a:t>
              </a:r>
              <a:endParaRPr lang="en-US" altLang="ko-KR" sz="1269" spc="-58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endParaRPr>
            </a:p>
          </p:txBody>
        </p:sp>
      </p:grpSp>
      <p:sp>
        <p:nvSpPr>
          <p:cNvPr id="280" name="직사각형 279"/>
          <p:cNvSpPr/>
          <p:nvPr/>
        </p:nvSpPr>
        <p:spPr>
          <a:xfrm>
            <a:off x="9863520" y="82010"/>
            <a:ext cx="3897717" cy="415313"/>
          </a:xfrm>
          <a:prstGeom prst="rect">
            <a:avLst/>
          </a:prstGeom>
          <a:solidFill>
            <a:srgbClr val="3F8D3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383" b="1" spc="-58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Items</a:t>
            </a:r>
            <a:r>
              <a:rPr lang="ko-KR" altLang="en-US" sz="1383" b="1" spc="-58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ko-KR" sz="1383" b="1" spc="-58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Without a</a:t>
            </a:r>
            <a:r>
              <a:rPr lang="ko-KR" altLang="en-US" sz="1383" b="1" spc="-58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ko-KR" sz="1383" b="1" spc="-58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Link</a:t>
            </a:r>
            <a:endParaRPr lang="ko-KR" altLang="en-US" sz="1383" spc="-58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281" name="직선 연결선 280"/>
          <p:cNvCxnSpPr>
            <a:cxnSpLocks/>
          </p:cNvCxnSpPr>
          <p:nvPr/>
        </p:nvCxnSpPr>
        <p:spPr>
          <a:xfrm>
            <a:off x="9863781" y="82010"/>
            <a:ext cx="0" cy="8437920"/>
          </a:xfrm>
          <a:prstGeom prst="line">
            <a:avLst/>
          </a:prstGeom>
          <a:noFill/>
          <a:ln w="12700">
            <a:solidFill>
              <a:srgbClr val="A6A6A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grpSp>
        <p:nvGrpSpPr>
          <p:cNvPr id="282" name="그룹 281"/>
          <p:cNvGrpSpPr/>
          <p:nvPr/>
        </p:nvGrpSpPr>
        <p:grpSpPr>
          <a:xfrm>
            <a:off x="3766452" y="3143703"/>
            <a:ext cx="1876215" cy="460997"/>
            <a:chOff x="7148455" y="3554933"/>
            <a:chExt cx="1626336" cy="399600"/>
          </a:xfrm>
        </p:grpSpPr>
        <p:pic>
          <p:nvPicPr>
            <p:cNvPr id="283" name="그림 282"/>
            <p:cNvPicPr>
              <a:picLocks noChangeAspect="1"/>
            </p:cNvPicPr>
            <p:nvPr/>
          </p:nvPicPr>
          <p:blipFill>
            <a:blip r:embed="rId20"/>
            <a:stretch>
              <a:fillRect/>
            </a:stretch>
          </p:blipFill>
          <p:spPr>
            <a:xfrm>
              <a:off x="7148455" y="3554933"/>
              <a:ext cx="400889" cy="399600"/>
            </a:xfrm>
            <a:prstGeom prst="rect">
              <a:avLst/>
            </a:prstGeom>
          </p:spPr>
        </p:pic>
        <p:sp>
          <p:nvSpPr>
            <p:cNvPr id="284" name="TextBox 283"/>
            <p:cNvSpPr txBox="1"/>
            <p:nvPr/>
          </p:nvSpPr>
          <p:spPr>
            <a:xfrm>
              <a:off x="7549741" y="3629610"/>
              <a:ext cx="1225050" cy="249167"/>
            </a:xfrm>
            <a:prstGeom prst="rect">
              <a:avLst/>
            </a:prstGeom>
            <a:noFill/>
          </p:spPr>
          <p:txBody>
            <a:bodyPr wrap="none" lIns="41531" rtlCol="0" anchor="ctr">
              <a:spAutoFit/>
            </a:bodyPr>
            <a:lstStyle/>
            <a:p>
              <a:r>
                <a:rPr lang="en-US" altLang="ko-KR" sz="1268" spc="-58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Email Transmission</a:t>
              </a:r>
            </a:p>
          </p:txBody>
        </p:sp>
      </p:grpSp>
      <p:grpSp>
        <p:nvGrpSpPr>
          <p:cNvPr id="285" name="그룹 284"/>
          <p:cNvGrpSpPr/>
          <p:nvPr/>
        </p:nvGrpSpPr>
        <p:grpSpPr>
          <a:xfrm>
            <a:off x="12482721" y="1641530"/>
            <a:ext cx="1057598" cy="1151248"/>
            <a:chOff x="10817055" y="2979079"/>
            <a:chExt cx="916744" cy="997922"/>
          </a:xfrm>
        </p:grpSpPr>
        <p:pic>
          <p:nvPicPr>
            <p:cNvPr id="286" name="그림 285"/>
            <p:cNvPicPr>
              <a:picLocks noChangeAspect="1"/>
            </p:cNvPicPr>
            <p:nvPr/>
          </p:nvPicPr>
          <p:blipFill>
            <a:blip r:embed="rId21"/>
            <a:stretch>
              <a:fillRect/>
            </a:stretch>
          </p:blipFill>
          <p:spPr>
            <a:xfrm>
              <a:off x="10911206" y="2979079"/>
              <a:ext cx="722911" cy="594000"/>
            </a:xfrm>
            <a:prstGeom prst="rect">
              <a:avLst/>
            </a:prstGeom>
          </p:spPr>
        </p:pic>
        <p:sp>
          <p:nvSpPr>
            <p:cNvPr id="287" name="TextBox 286"/>
            <p:cNvSpPr txBox="1"/>
            <p:nvPr/>
          </p:nvSpPr>
          <p:spPr>
            <a:xfrm>
              <a:off x="10817055" y="3558703"/>
              <a:ext cx="916744" cy="4182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ko-KR" sz="1268" spc="-58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Email</a:t>
              </a:r>
              <a:br>
                <a:rPr lang="en-US" altLang="ko-KR" sz="1268" spc="-58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</a:br>
              <a:r>
                <a:rPr lang="en-US" altLang="ko-KR" sz="1268" spc="-58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Transmission</a:t>
              </a:r>
              <a:endParaRPr lang="en-US" altLang="ko-KR" sz="1269" spc="-58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endParaRPr>
            </a:p>
          </p:txBody>
        </p:sp>
      </p:grpSp>
      <p:sp>
        <p:nvSpPr>
          <p:cNvPr id="288" name="TextBox 287"/>
          <p:cNvSpPr txBox="1"/>
          <p:nvPr/>
        </p:nvSpPr>
        <p:spPr>
          <a:xfrm>
            <a:off x="1071257" y="4160234"/>
            <a:ext cx="3254536" cy="276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00675" indent="-100675">
              <a:lnSpc>
                <a:spcPts val="1614"/>
              </a:lnSpc>
              <a:buFont typeface="Arial" panose="020B0604020202020204" pitchFamily="34" charset="0"/>
              <a:buChar char="•"/>
            </a:pPr>
            <a:r>
              <a:rPr lang="en-US" altLang="ko-KR" sz="1038" spc="-58" dirty="0">
                <a:solidFill>
                  <a:schemeClr val="bg2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Use it when additional explanation (item list) is needed.</a:t>
            </a:r>
          </a:p>
        </p:txBody>
      </p:sp>
      <p:sp>
        <p:nvSpPr>
          <p:cNvPr id="289" name="TextBox 288"/>
          <p:cNvSpPr txBox="1"/>
          <p:nvPr/>
        </p:nvSpPr>
        <p:spPr>
          <a:xfrm>
            <a:off x="4281892" y="4173983"/>
            <a:ext cx="3969035" cy="27526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100725" indent="-100725">
              <a:lnSpc>
                <a:spcPts val="1615"/>
              </a:lnSpc>
              <a:buFont typeface="Arial" panose="020B0604020202020204" pitchFamily="34" charset="0"/>
              <a:buChar char="•"/>
            </a:pPr>
            <a:r>
              <a:rPr lang="en-US" altLang="ko-KR" sz="1038" spc="-58" dirty="0">
                <a:solidFill>
                  <a:srgbClr val="FF642D"/>
                </a:solidFill>
                <a:latin typeface="+mn-ea"/>
              </a:rPr>
              <a:t>Use it when an additional important explanation (item list) is needed.</a:t>
            </a:r>
          </a:p>
        </p:txBody>
      </p:sp>
      <p:cxnSp>
        <p:nvCxnSpPr>
          <p:cNvPr id="290" name="직선 화살표 연결선 185"/>
          <p:cNvCxnSpPr/>
          <p:nvPr/>
        </p:nvCxnSpPr>
        <p:spPr>
          <a:xfrm>
            <a:off x="321415" y="4648126"/>
            <a:ext cx="591492" cy="0"/>
          </a:xfrm>
          <a:prstGeom prst="straightConnector1">
            <a:avLst/>
          </a:prstGeom>
          <a:ln w="12700">
            <a:solidFill>
              <a:srgbClr val="596075"/>
            </a:solidFill>
            <a:prstDash val="dash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91" name="직선 화살표 연결선 159"/>
          <p:cNvCxnSpPr/>
          <p:nvPr/>
        </p:nvCxnSpPr>
        <p:spPr>
          <a:xfrm>
            <a:off x="321415" y="4304147"/>
            <a:ext cx="591492" cy="5246"/>
          </a:xfrm>
          <a:prstGeom prst="straightConnector1">
            <a:avLst/>
          </a:prstGeom>
          <a:ln w="12700">
            <a:solidFill>
              <a:srgbClr val="596075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92" name="TextBox 291"/>
          <p:cNvSpPr txBox="1"/>
          <p:nvPr/>
        </p:nvSpPr>
        <p:spPr>
          <a:xfrm>
            <a:off x="1071259" y="4485007"/>
            <a:ext cx="2611933" cy="27526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ts val="1615"/>
              </a:lnSpc>
            </a:pPr>
            <a:r>
              <a:rPr lang="en-US" altLang="ko-KR" sz="1038" spc="-58" dirty="0">
                <a:solidFill>
                  <a:schemeClr val="bg2">
                    <a:lumMod val="50000"/>
                  </a:schemeClr>
                </a:solidFill>
                <a:latin typeface="+mn-ea"/>
              </a:rPr>
              <a:t>Use it when additional explanation is needed.</a:t>
            </a:r>
          </a:p>
        </p:txBody>
      </p:sp>
      <p:sp>
        <p:nvSpPr>
          <p:cNvPr id="293" name="TextBox 292"/>
          <p:cNvSpPr txBox="1"/>
          <p:nvPr/>
        </p:nvSpPr>
        <p:spPr>
          <a:xfrm>
            <a:off x="4281892" y="4498756"/>
            <a:ext cx="3348802" cy="27526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ts val="1615"/>
              </a:lnSpc>
            </a:pPr>
            <a:r>
              <a:rPr lang="en-US" altLang="ko-KR" sz="1038" spc="-58" dirty="0">
                <a:solidFill>
                  <a:srgbClr val="FF642D"/>
                </a:solidFill>
                <a:latin typeface="+mn-ea"/>
              </a:rPr>
              <a:t>Use it when an additional important explanation is needed.</a:t>
            </a:r>
          </a:p>
        </p:txBody>
      </p:sp>
      <p:sp>
        <p:nvSpPr>
          <p:cNvPr id="294" name="모서리가 접힌 도형 293"/>
          <p:cNvSpPr/>
          <p:nvPr/>
        </p:nvSpPr>
        <p:spPr>
          <a:xfrm>
            <a:off x="8465020" y="4229841"/>
            <a:ext cx="1125382" cy="556198"/>
          </a:xfrm>
          <a:prstGeom prst="foldedCorner">
            <a:avLst>
              <a:gd name="adj" fmla="val 20387"/>
            </a:avLst>
          </a:prstGeom>
          <a:solidFill>
            <a:schemeClr val="accent4">
              <a:lumMod val="20000"/>
              <a:lumOff val="80000"/>
            </a:schemeClr>
          </a:solidFill>
          <a:ln>
            <a:solidFill>
              <a:srgbClr val="A8999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83063" tIns="124594" rIns="83063" bIns="124594" rtlCol="0" anchor="t"/>
          <a:lstStyle/>
          <a:p>
            <a:r>
              <a:rPr lang="en-US" altLang="ko-KR" sz="1038" spc="-58" dirty="0">
                <a:solidFill>
                  <a:srgbClr val="7F7F7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Memo (Non-Recommendable)</a:t>
            </a:r>
          </a:p>
        </p:txBody>
      </p:sp>
      <p:sp>
        <p:nvSpPr>
          <p:cNvPr id="295" name="직사각형 294"/>
          <p:cNvSpPr/>
          <p:nvPr/>
        </p:nvSpPr>
        <p:spPr>
          <a:xfrm>
            <a:off x="9863520" y="2928622"/>
            <a:ext cx="3897717" cy="415313"/>
          </a:xfrm>
          <a:prstGeom prst="rect">
            <a:avLst/>
          </a:prstGeom>
          <a:solidFill>
            <a:srgbClr val="3F8D3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383" b="1" spc="-58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Other Items</a:t>
            </a:r>
            <a:endParaRPr lang="ko-KR" altLang="en-US" sz="1383" spc="-58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296" name="그룹 295"/>
          <p:cNvGrpSpPr/>
          <p:nvPr/>
        </p:nvGrpSpPr>
        <p:grpSpPr>
          <a:xfrm>
            <a:off x="390851" y="3096377"/>
            <a:ext cx="818999" cy="459751"/>
            <a:chOff x="328342" y="3842965"/>
            <a:chExt cx="709922" cy="398520"/>
          </a:xfrm>
        </p:grpSpPr>
        <p:pic>
          <p:nvPicPr>
            <p:cNvPr id="297" name="그림 296"/>
            <p:cNvPicPr>
              <a:picLocks noChangeAspect="1"/>
            </p:cNvPicPr>
            <p:nvPr/>
          </p:nvPicPr>
          <p:blipFill>
            <a:blip r:embed="rId22"/>
            <a:stretch>
              <a:fillRect/>
            </a:stretch>
          </p:blipFill>
          <p:spPr>
            <a:xfrm>
              <a:off x="328342" y="3842965"/>
              <a:ext cx="398213" cy="398520"/>
            </a:xfrm>
            <a:prstGeom prst="rect">
              <a:avLst/>
            </a:prstGeom>
          </p:spPr>
        </p:pic>
        <p:sp>
          <p:nvSpPr>
            <p:cNvPr id="298" name="TextBox 297"/>
            <p:cNvSpPr txBox="1"/>
            <p:nvPr/>
          </p:nvSpPr>
          <p:spPr>
            <a:xfrm>
              <a:off x="732292" y="3919072"/>
              <a:ext cx="305972" cy="249334"/>
            </a:xfrm>
            <a:prstGeom prst="rect">
              <a:avLst/>
            </a:prstGeom>
            <a:noFill/>
          </p:spPr>
          <p:txBody>
            <a:bodyPr wrap="none" lIns="41531" rtlCol="0" anchor="ctr">
              <a:spAutoFit/>
            </a:bodyPr>
            <a:lstStyle/>
            <a:p>
              <a:r>
                <a:rPr lang="en-US" altLang="ko-KR" sz="1269" spc="-58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</a:rPr>
                <a:t>File</a:t>
              </a:r>
            </a:p>
          </p:txBody>
        </p:sp>
      </p:grpSp>
      <p:grpSp>
        <p:nvGrpSpPr>
          <p:cNvPr id="299" name="그룹 298"/>
          <p:cNvGrpSpPr/>
          <p:nvPr/>
        </p:nvGrpSpPr>
        <p:grpSpPr>
          <a:xfrm>
            <a:off x="2100178" y="3110358"/>
            <a:ext cx="852941" cy="459751"/>
            <a:chOff x="1810015" y="3855084"/>
            <a:chExt cx="739344" cy="398520"/>
          </a:xfrm>
        </p:grpSpPr>
        <p:pic>
          <p:nvPicPr>
            <p:cNvPr id="300" name="그림 299"/>
            <p:cNvPicPr>
              <a:picLocks noChangeAspect="1"/>
            </p:cNvPicPr>
            <p:nvPr/>
          </p:nvPicPr>
          <p:blipFill>
            <a:blip r:embed="rId23"/>
            <a:stretch>
              <a:fillRect/>
            </a:stretch>
          </p:blipFill>
          <p:spPr>
            <a:xfrm>
              <a:off x="1810015" y="3855084"/>
              <a:ext cx="398213" cy="398520"/>
            </a:xfrm>
            <a:prstGeom prst="rect">
              <a:avLst/>
            </a:prstGeom>
          </p:spPr>
        </p:pic>
        <p:sp>
          <p:nvSpPr>
            <p:cNvPr id="301" name="TextBox 300"/>
            <p:cNvSpPr txBox="1"/>
            <p:nvPr/>
          </p:nvSpPr>
          <p:spPr>
            <a:xfrm>
              <a:off x="2199423" y="3919072"/>
              <a:ext cx="349936" cy="24933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41531" rtlCol="0" anchor="ctr">
              <a:spAutoFit/>
            </a:bodyPr>
            <a:lstStyle/>
            <a:p>
              <a:r>
                <a:rPr lang="en-US" altLang="ko-KR" sz="1269" spc="-58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</a:rPr>
                <a:t>URL</a:t>
              </a:r>
            </a:p>
          </p:txBody>
        </p:sp>
      </p:grpSp>
      <p:grpSp>
        <p:nvGrpSpPr>
          <p:cNvPr id="302" name="그룹 301"/>
          <p:cNvGrpSpPr/>
          <p:nvPr/>
        </p:nvGrpSpPr>
        <p:grpSpPr>
          <a:xfrm>
            <a:off x="10120828" y="3546412"/>
            <a:ext cx="829154" cy="947293"/>
            <a:chOff x="8877006" y="4123461"/>
            <a:chExt cx="718725" cy="821130"/>
          </a:xfrm>
        </p:grpSpPr>
        <p:pic>
          <p:nvPicPr>
            <p:cNvPr id="303" name="그림 302"/>
            <p:cNvPicPr>
              <a:picLocks noChangeAspect="1"/>
            </p:cNvPicPr>
            <p:nvPr/>
          </p:nvPicPr>
          <p:blipFill>
            <a:blip r:embed="rId24"/>
            <a:stretch>
              <a:fillRect/>
            </a:stretch>
          </p:blipFill>
          <p:spPr>
            <a:xfrm>
              <a:off x="8877006" y="4123461"/>
              <a:ext cx="718725" cy="592920"/>
            </a:xfrm>
            <a:prstGeom prst="rect">
              <a:avLst/>
            </a:prstGeom>
          </p:spPr>
        </p:pic>
        <p:sp>
          <p:nvSpPr>
            <p:cNvPr id="304" name="TextBox 303"/>
            <p:cNvSpPr txBox="1"/>
            <p:nvPr/>
          </p:nvSpPr>
          <p:spPr>
            <a:xfrm>
              <a:off x="9067161" y="4695257"/>
              <a:ext cx="349656" cy="249334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ko-KR" sz="1269" spc="-58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</a:rPr>
                <a:t>File</a:t>
              </a:r>
            </a:p>
          </p:txBody>
        </p:sp>
      </p:grpSp>
      <p:grpSp>
        <p:nvGrpSpPr>
          <p:cNvPr id="305" name="그룹 304"/>
          <p:cNvGrpSpPr/>
          <p:nvPr/>
        </p:nvGrpSpPr>
        <p:grpSpPr>
          <a:xfrm>
            <a:off x="10926682" y="3550697"/>
            <a:ext cx="829154" cy="954314"/>
            <a:chOff x="9933649" y="4127175"/>
            <a:chExt cx="718725" cy="827216"/>
          </a:xfrm>
        </p:grpSpPr>
        <p:pic>
          <p:nvPicPr>
            <p:cNvPr id="306" name="그림 305"/>
            <p:cNvPicPr>
              <a:picLocks noChangeAspect="1"/>
            </p:cNvPicPr>
            <p:nvPr/>
          </p:nvPicPr>
          <p:blipFill>
            <a:blip r:embed="rId25"/>
            <a:stretch>
              <a:fillRect/>
            </a:stretch>
          </p:blipFill>
          <p:spPr>
            <a:xfrm>
              <a:off x="9933649" y="4127175"/>
              <a:ext cx="718725" cy="592920"/>
            </a:xfrm>
            <a:prstGeom prst="rect">
              <a:avLst/>
            </a:prstGeom>
          </p:spPr>
        </p:pic>
        <p:sp>
          <p:nvSpPr>
            <p:cNvPr id="307" name="TextBox 306"/>
            <p:cNvSpPr txBox="1"/>
            <p:nvPr/>
          </p:nvSpPr>
          <p:spPr>
            <a:xfrm>
              <a:off x="10098968" y="4705057"/>
              <a:ext cx="393621" cy="249334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ko-KR" sz="1269" spc="-58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</a:rPr>
                <a:t>URL</a:t>
              </a:r>
            </a:p>
          </p:txBody>
        </p:sp>
      </p:grpSp>
      <p:grpSp>
        <p:nvGrpSpPr>
          <p:cNvPr id="12" name="그룹 11">
            <a:extLst>
              <a:ext uri="{FF2B5EF4-FFF2-40B4-BE49-F238E27FC236}">
                <a16:creationId xmlns:a16="http://schemas.microsoft.com/office/drawing/2014/main" id="{77C1BE3E-E21B-4041-8486-17BA1FB7B1D4}"/>
              </a:ext>
            </a:extLst>
          </p:cNvPr>
          <p:cNvGrpSpPr/>
          <p:nvPr/>
        </p:nvGrpSpPr>
        <p:grpSpPr>
          <a:xfrm>
            <a:off x="11753893" y="3550697"/>
            <a:ext cx="1092029" cy="964078"/>
            <a:chOff x="13631019" y="2757718"/>
            <a:chExt cx="946589" cy="835679"/>
          </a:xfrm>
        </p:grpSpPr>
        <p:pic>
          <p:nvPicPr>
            <p:cNvPr id="2" name="그래픽 1">
              <a:extLst>
                <a:ext uri="{FF2B5EF4-FFF2-40B4-BE49-F238E27FC236}">
                  <a16:creationId xmlns:a16="http://schemas.microsoft.com/office/drawing/2014/main" id="{3A722E1E-03AB-42AF-B63E-23ECB3085C1A}"/>
                </a:ext>
              </a:extLst>
            </p:cNvPr>
            <p:cNvPicPr>
              <a:picLocks noChangeAspect="1"/>
            </p:cNvPicPr>
            <p:nvPr/>
          </p:nvPicPr>
          <p:blipFill>
            <a:blip r:embed="rId26">
              <a:extLst>
                <a:ext uri="{96DAC541-7B7A-43D3-8B79-37D633B846F1}">
                  <asvg:svgBlip xmlns:asvg="http://schemas.microsoft.com/office/drawing/2016/SVG/main" r:embed="rId27"/>
                </a:ext>
              </a:extLst>
            </a:blip>
            <a:stretch>
              <a:fillRect/>
            </a:stretch>
          </p:blipFill>
          <p:spPr>
            <a:xfrm>
              <a:off x="13803253" y="2757718"/>
              <a:ext cx="724680" cy="592920"/>
            </a:xfrm>
            <a:prstGeom prst="rect">
              <a:avLst/>
            </a:prstGeom>
          </p:spPr>
        </p:pic>
        <p:sp>
          <p:nvSpPr>
            <p:cNvPr id="150" name="TextBox 149">
              <a:extLst>
                <a:ext uri="{FF2B5EF4-FFF2-40B4-BE49-F238E27FC236}">
                  <a16:creationId xmlns:a16="http://schemas.microsoft.com/office/drawing/2014/main" id="{21924A2E-EB32-4D2A-A4DD-9AAF04FB8E20}"/>
                </a:ext>
              </a:extLst>
            </p:cNvPr>
            <p:cNvSpPr txBox="1"/>
            <p:nvPr/>
          </p:nvSpPr>
          <p:spPr>
            <a:xfrm>
              <a:off x="13631019" y="3344230"/>
              <a:ext cx="946589" cy="249167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ko-KR" sz="1268" spc="-58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Mobile Inquiry</a:t>
              </a:r>
            </a:p>
          </p:txBody>
        </p:sp>
      </p:grpSp>
      <p:grpSp>
        <p:nvGrpSpPr>
          <p:cNvPr id="13" name="그룹 12">
            <a:extLst>
              <a:ext uri="{FF2B5EF4-FFF2-40B4-BE49-F238E27FC236}">
                <a16:creationId xmlns:a16="http://schemas.microsoft.com/office/drawing/2014/main" id="{689454F3-E699-45F9-B713-37B967AABA44}"/>
              </a:ext>
            </a:extLst>
          </p:cNvPr>
          <p:cNvGrpSpPr/>
          <p:nvPr/>
        </p:nvGrpSpPr>
        <p:grpSpPr>
          <a:xfrm>
            <a:off x="11003039" y="4741159"/>
            <a:ext cx="999504" cy="1159195"/>
            <a:chOff x="12747001" y="2757718"/>
            <a:chExt cx="866387" cy="1004810"/>
          </a:xfrm>
        </p:grpSpPr>
        <p:pic>
          <p:nvPicPr>
            <p:cNvPr id="5" name="그래픽 4">
              <a:extLst>
                <a:ext uri="{FF2B5EF4-FFF2-40B4-BE49-F238E27FC236}">
                  <a16:creationId xmlns:a16="http://schemas.microsoft.com/office/drawing/2014/main" id="{A6C5CFCB-48BA-458A-B32A-C88D21D7A94D}"/>
                </a:ext>
              </a:extLst>
            </p:cNvPr>
            <p:cNvPicPr>
              <a:picLocks noChangeAspect="1"/>
            </p:cNvPicPr>
            <p:nvPr/>
          </p:nvPicPr>
          <p:blipFill>
            <a:blip r:embed="rId28">
              <a:extLst>
                <a:ext uri="{96DAC541-7B7A-43D3-8B79-37D633B846F1}">
                  <asvg:svgBlip xmlns:asvg="http://schemas.microsoft.com/office/drawing/2016/SVG/main" r:embed="rId29"/>
                </a:ext>
              </a:extLst>
            </a:blip>
            <a:stretch>
              <a:fillRect/>
            </a:stretch>
          </p:blipFill>
          <p:spPr>
            <a:xfrm>
              <a:off x="12879134" y="2757718"/>
              <a:ext cx="724680" cy="592920"/>
            </a:xfrm>
            <a:prstGeom prst="rect">
              <a:avLst/>
            </a:prstGeom>
          </p:spPr>
        </p:pic>
        <p:sp>
          <p:nvSpPr>
            <p:cNvPr id="151" name="TextBox 150">
              <a:extLst>
                <a:ext uri="{FF2B5EF4-FFF2-40B4-BE49-F238E27FC236}">
                  <a16:creationId xmlns:a16="http://schemas.microsoft.com/office/drawing/2014/main" id="{B71EBF81-A86A-4407-9DA1-CA7B94CC1EA0}"/>
                </a:ext>
              </a:extLst>
            </p:cNvPr>
            <p:cNvSpPr txBox="1"/>
            <p:nvPr/>
          </p:nvSpPr>
          <p:spPr>
            <a:xfrm>
              <a:off x="12747001" y="3344230"/>
              <a:ext cx="866387" cy="4182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ko-KR" sz="1268" spc="-58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Mobile Entry</a:t>
              </a:r>
            </a:p>
            <a:p>
              <a:pPr algn="ctr"/>
              <a:r>
                <a:rPr lang="en-US" altLang="ko-KR" sz="1268" spc="-58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Only</a:t>
              </a:r>
            </a:p>
          </p:txBody>
        </p:sp>
      </p:grpSp>
      <p:grpSp>
        <p:nvGrpSpPr>
          <p:cNvPr id="11" name="그룹 10">
            <a:extLst>
              <a:ext uri="{FF2B5EF4-FFF2-40B4-BE49-F238E27FC236}">
                <a16:creationId xmlns:a16="http://schemas.microsoft.com/office/drawing/2014/main" id="{DB4B502F-D871-47EA-9FE4-82073C7AC98F}"/>
              </a:ext>
            </a:extLst>
          </p:cNvPr>
          <p:cNvGrpSpPr/>
          <p:nvPr/>
        </p:nvGrpSpPr>
        <p:grpSpPr>
          <a:xfrm>
            <a:off x="12865703" y="3550697"/>
            <a:ext cx="999504" cy="964078"/>
            <a:chOff x="14826501" y="2757718"/>
            <a:chExt cx="866387" cy="835679"/>
          </a:xfrm>
        </p:grpSpPr>
        <p:pic>
          <p:nvPicPr>
            <p:cNvPr id="3" name="그래픽 2">
              <a:extLst>
                <a:ext uri="{FF2B5EF4-FFF2-40B4-BE49-F238E27FC236}">
                  <a16:creationId xmlns:a16="http://schemas.microsoft.com/office/drawing/2014/main" id="{8CE31803-DD72-4303-95D7-581185D1B244}"/>
                </a:ext>
              </a:extLst>
            </p:cNvPr>
            <p:cNvPicPr>
              <a:picLocks noChangeAspect="1"/>
            </p:cNvPicPr>
            <p:nvPr/>
          </p:nvPicPr>
          <p:blipFill>
            <a:blip r:embed="rId30">
              <a:extLst>
                <a:ext uri="{96DAC541-7B7A-43D3-8B79-37D633B846F1}">
                  <asvg:svgBlip xmlns:asvg="http://schemas.microsoft.com/office/drawing/2016/SVG/main" r:embed="rId31"/>
                </a:ext>
              </a:extLst>
            </a:blip>
            <a:stretch>
              <a:fillRect/>
            </a:stretch>
          </p:blipFill>
          <p:spPr>
            <a:xfrm>
              <a:off x="14958635" y="2757718"/>
              <a:ext cx="724680" cy="592920"/>
            </a:xfrm>
            <a:prstGeom prst="rect">
              <a:avLst/>
            </a:prstGeom>
          </p:spPr>
        </p:pic>
        <p:sp>
          <p:nvSpPr>
            <p:cNvPr id="152" name="TextBox 151">
              <a:extLst>
                <a:ext uri="{FF2B5EF4-FFF2-40B4-BE49-F238E27FC236}">
                  <a16:creationId xmlns:a16="http://schemas.microsoft.com/office/drawing/2014/main" id="{96D47E38-A0F6-4EC9-B35C-6B22E0BDDCD6}"/>
                </a:ext>
              </a:extLst>
            </p:cNvPr>
            <p:cNvSpPr txBox="1"/>
            <p:nvPr/>
          </p:nvSpPr>
          <p:spPr>
            <a:xfrm>
              <a:off x="14826501" y="3344230"/>
              <a:ext cx="866387" cy="249167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ko-KR" sz="1268" spc="-58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Mobile Entry</a:t>
              </a:r>
            </a:p>
          </p:txBody>
        </p:sp>
      </p:grpSp>
      <p:grpSp>
        <p:nvGrpSpPr>
          <p:cNvPr id="10" name="그룹 9">
            <a:extLst>
              <a:ext uri="{FF2B5EF4-FFF2-40B4-BE49-F238E27FC236}">
                <a16:creationId xmlns:a16="http://schemas.microsoft.com/office/drawing/2014/main" id="{C4741A16-823F-405B-AEC6-741374BAF31A}"/>
              </a:ext>
            </a:extLst>
          </p:cNvPr>
          <p:cNvGrpSpPr/>
          <p:nvPr/>
        </p:nvGrpSpPr>
        <p:grpSpPr>
          <a:xfrm>
            <a:off x="9900662" y="4741159"/>
            <a:ext cx="1092029" cy="1159195"/>
            <a:chOff x="15868128" y="2757718"/>
            <a:chExt cx="946589" cy="1004810"/>
          </a:xfrm>
        </p:grpSpPr>
        <p:pic>
          <p:nvPicPr>
            <p:cNvPr id="4" name="그래픽 3">
              <a:extLst>
                <a:ext uri="{FF2B5EF4-FFF2-40B4-BE49-F238E27FC236}">
                  <a16:creationId xmlns:a16="http://schemas.microsoft.com/office/drawing/2014/main" id="{D37F7533-854A-49DD-B90E-83B44C0CC645}"/>
                </a:ext>
              </a:extLst>
            </p:cNvPr>
            <p:cNvPicPr>
              <a:picLocks noChangeAspect="1"/>
            </p:cNvPicPr>
            <p:nvPr/>
          </p:nvPicPr>
          <p:blipFill>
            <a:blip r:embed="rId32">
              <a:extLst>
                <a:ext uri="{96DAC541-7B7A-43D3-8B79-37D633B846F1}">
                  <asvg:svgBlip xmlns:asvg="http://schemas.microsoft.com/office/drawing/2016/SVG/main" r:embed="rId33"/>
                </a:ext>
              </a:extLst>
            </a:blip>
            <a:stretch>
              <a:fillRect/>
            </a:stretch>
          </p:blipFill>
          <p:spPr>
            <a:xfrm>
              <a:off x="16040363" y="2757718"/>
              <a:ext cx="724680" cy="592920"/>
            </a:xfrm>
            <a:prstGeom prst="rect">
              <a:avLst/>
            </a:prstGeom>
          </p:spPr>
        </p:pic>
        <p:sp>
          <p:nvSpPr>
            <p:cNvPr id="153" name="TextBox 152">
              <a:extLst>
                <a:ext uri="{FF2B5EF4-FFF2-40B4-BE49-F238E27FC236}">
                  <a16:creationId xmlns:a16="http://schemas.microsoft.com/office/drawing/2014/main" id="{D21AB586-21A3-4F13-9658-7F374BBCBAFC}"/>
                </a:ext>
              </a:extLst>
            </p:cNvPr>
            <p:cNvSpPr txBox="1"/>
            <p:nvPr/>
          </p:nvSpPr>
          <p:spPr>
            <a:xfrm>
              <a:off x="15868128" y="3344230"/>
              <a:ext cx="946589" cy="4182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ko-KR" sz="1268" spc="-58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Mobile Inquiry</a:t>
              </a:r>
            </a:p>
            <a:p>
              <a:pPr algn="ctr"/>
              <a:r>
                <a:rPr lang="en-US" altLang="ko-KR" sz="1268" spc="-58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Only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409444397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2013 - 2022 테마">
  <a:themeElements>
    <a:clrScheme name="Office 2013 - 2022 테마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2013 - 2022 테마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2013 - 2022 테마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0</TotalTime>
  <Words>161</Words>
  <Application>Microsoft Office PowerPoint</Application>
  <PresentationFormat>사용자 지정</PresentationFormat>
  <Paragraphs>53</Paragraphs>
  <Slides>2</Slides>
  <Notes>1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</vt:i4>
      </vt:variant>
    </vt:vector>
  </HeadingPairs>
  <TitlesOfParts>
    <vt:vector size="7" baseType="lpstr">
      <vt:lpstr>맑은 고딕</vt:lpstr>
      <vt:lpstr>Arial</vt:lpstr>
      <vt:lpstr>Calibri</vt:lpstr>
      <vt:lpstr>Calibri Light</vt:lpstr>
      <vt:lpstr>Office 2013 - 2022 테마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1</cp:revision>
  <dcterms:created xsi:type="dcterms:W3CDTF">2021-11-15T07:03:37Z</dcterms:created>
  <dcterms:modified xsi:type="dcterms:W3CDTF">2025-12-05T07:29:20Z</dcterms:modified>
</cp:coreProperties>
</file>