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72" r:id="rId1"/>
  </p:sldMasterIdLst>
  <p:notesMasterIdLst>
    <p:notesMasterId r:id="rId3"/>
  </p:notesMasterIdLst>
  <p:sldIdLst>
    <p:sldId id="257" r:id="rId2"/>
  </p:sldIdLst>
  <p:sldSz cx="12192000" cy="7912100"/>
  <p:notesSz cx="6858000" cy="9144000"/>
  <p:defaultTextStyle>
    <a:defPPr>
      <a:defRPr lang="ko-KR"/>
    </a:defPPr>
    <a:lvl1pPr marL="0" algn="l" defTabSz="1010046" rtl="0" eaLnBrk="1" latinLnBrk="1" hangingPunct="1">
      <a:defRPr sz="1988" kern="1200">
        <a:solidFill>
          <a:schemeClr val="tx1"/>
        </a:solidFill>
        <a:latin typeface="+mn-lt"/>
        <a:ea typeface="+mn-ea"/>
        <a:cs typeface="+mn-cs"/>
      </a:defRPr>
    </a:lvl1pPr>
    <a:lvl2pPr marL="505023" algn="l" defTabSz="1010046" rtl="0" eaLnBrk="1" latinLnBrk="1" hangingPunct="1">
      <a:defRPr sz="1988" kern="1200">
        <a:solidFill>
          <a:schemeClr val="tx1"/>
        </a:solidFill>
        <a:latin typeface="+mn-lt"/>
        <a:ea typeface="+mn-ea"/>
        <a:cs typeface="+mn-cs"/>
      </a:defRPr>
    </a:lvl2pPr>
    <a:lvl3pPr marL="1010046" algn="l" defTabSz="1010046" rtl="0" eaLnBrk="1" latinLnBrk="1" hangingPunct="1">
      <a:defRPr sz="1988" kern="1200">
        <a:solidFill>
          <a:schemeClr val="tx1"/>
        </a:solidFill>
        <a:latin typeface="+mn-lt"/>
        <a:ea typeface="+mn-ea"/>
        <a:cs typeface="+mn-cs"/>
      </a:defRPr>
    </a:lvl3pPr>
    <a:lvl4pPr marL="1515069" algn="l" defTabSz="1010046" rtl="0" eaLnBrk="1" latinLnBrk="1" hangingPunct="1">
      <a:defRPr sz="1988" kern="1200">
        <a:solidFill>
          <a:schemeClr val="tx1"/>
        </a:solidFill>
        <a:latin typeface="+mn-lt"/>
        <a:ea typeface="+mn-ea"/>
        <a:cs typeface="+mn-cs"/>
      </a:defRPr>
    </a:lvl4pPr>
    <a:lvl5pPr marL="2020092" algn="l" defTabSz="1010046" rtl="0" eaLnBrk="1" latinLnBrk="1" hangingPunct="1">
      <a:defRPr sz="1988" kern="1200">
        <a:solidFill>
          <a:schemeClr val="tx1"/>
        </a:solidFill>
        <a:latin typeface="+mn-lt"/>
        <a:ea typeface="+mn-ea"/>
        <a:cs typeface="+mn-cs"/>
      </a:defRPr>
    </a:lvl5pPr>
    <a:lvl6pPr marL="2525116" algn="l" defTabSz="1010046" rtl="0" eaLnBrk="1" latinLnBrk="1" hangingPunct="1">
      <a:defRPr sz="1988" kern="1200">
        <a:solidFill>
          <a:schemeClr val="tx1"/>
        </a:solidFill>
        <a:latin typeface="+mn-lt"/>
        <a:ea typeface="+mn-ea"/>
        <a:cs typeface="+mn-cs"/>
      </a:defRPr>
    </a:lvl6pPr>
    <a:lvl7pPr marL="3030139" algn="l" defTabSz="1010046" rtl="0" eaLnBrk="1" latinLnBrk="1" hangingPunct="1">
      <a:defRPr sz="1988" kern="1200">
        <a:solidFill>
          <a:schemeClr val="tx1"/>
        </a:solidFill>
        <a:latin typeface="+mn-lt"/>
        <a:ea typeface="+mn-ea"/>
        <a:cs typeface="+mn-cs"/>
      </a:defRPr>
    </a:lvl7pPr>
    <a:lvl8pPr marL="3535162" algn="l" defTabSz="1010046" rtl="0" eaLnBrk="1" latinLnBrk="1" hangingPunct="1">
      <a:defRPr sz="1988" kern="1200">
        <a:solidFill>
          <a:schemeClr val="tx1"/>
        </a:solidFill>
        <a:latin typeface="+mn-lt"/>
        <a:ea typeface="+mn-ea"/>
        <a:cs typeface="+mn-cs"/>
      </a:defRPr>
    </a:lvl8pPr>
    <a:lvl9pPr marL="4040185" algn="l" defTabSz="1010046" rtl="0" eaLnBrk="1" latinLnBrk="1" hangingPunct="1">
      <a:defRPr sz="198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3" autoAdjust="0"/>
    <p:restoredTop sz="93721" autoAdjust="0"/>
  </p:normalViewPr>
  <p:slideViewPr>
    <p:cSldViewPr snapToGrid="0">
      <p:cViewPr>
        <p:scale>
          <a:sx n="75" d="100"/>
          <a:sy n="75" d="100"/>
        </p:scale>
        <p:origin x="1893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0C4206-2C4F-43A5-BCE6-6E7958062E1D}" type="datetimeFigureOut">
              <a:rPr lang="ko-KR" altLang="en-US" smtClean="0"/>
              <a:t>2021-12-08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052513" y="1143000"/>
            <a:ext cx="47529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7DAFB6-2225-4C47-98AE-5BA24CB322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4766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1pPr>
    <a:lvl2pPr marL="505023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2pPr>
    <a:lvl3pPr marL="1010046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3pPr>
    <a:lvl4pPr marL="1515069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4pPr>
    <a:lvl5pPr marL="2020092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5pPr>
    <a:lvl6pPr marL="2525116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6pPr>
    <a:lvl7pPr marL="3030139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7pPr>
    <a:lvl8pPr marL="3535162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8pPr>
    <a:lvl9pPr marL="4040185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050925" y="1143000"/>
            <a:ext cx="475615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AD6C64-AB23-47C3-9112-519D8100EFAA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22097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기본마스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3985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421248"/>
            <a:ext cx="10515600" cy="15293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106230"/>
            <a:ext cx="10515600" cy="50201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7333346"/>
            <a:ext cx="2743200" cy="4212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9929CD-16F6-480C-A5C4-62DBC326D803}" type="datetimeFigureOut">
              <a:rPr lang="ko-KR" altLang="en-US" smtClean="0"/>
              <a:t>2021-12-08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7333346"/>
            <a:ext cx="4114800" cy="4212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7333346"/>
            <a:ext cx="2743200" cy="4212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0644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</p:sldLayoutIdLst>
  <p:txStyles>
    <p:titleStyle>
      <a:lvl1pPr algn="l" defTabSz="1054943" rtl="0" eaLnBrk="1" latinLnBrk="1" hangingPunct="1">
        <a:lnSpc>
          <a:spcPct val="90000"/>
        </a:lnSpc>
        <a:spcBef>
          <a:spcPct val="0"/>
        </a:spcBef>
        <a:buNone/>
        <a:defRPr sz="507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3736" indent="-263736" algn="l" defTabSz="1054943" rtl="0" eaLnBrk="1" latinLnBrk="1" hangingPunct="1">
        <a:lnSpc>
          <a:spcPct val="90000"/>
        </a:lnSpc>
        <a:spcBef>
          <a:spcPts val="1154"/>
        </a:spcBef>
        <a:buFont typeface="Arial" panose="020B0604020202020204" pitchFamily="34" charset="0"/>
        <a:buChar char="•"/>
        <a:defRPr sz="3230" kern="1200">
          <a:solidFill>
            <a:schemeClr val="tx1"/>
          </a:solidFill>
          <a:latin typeface="+mn-lt"/>
          <a:ea typeface="+mn-ea"/>
          <a:cs typeface="+mn-cs"/>
        </a:defRPr>
      </a:lvl1pPr>
      <a:lvl2pPr marL="791207" indent="-263736" algn="l" defTabSz="1054943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769" kern="1200">
          <a:solidFill>
            <a:schemeClr val="tx1"/>
          </a:solidFill>
          <a:latin typeface="+mn-lt"/>
          <a:ea typeface="+mn-ea"/>
          <a:cs typeface="+mn-cs"/>
        </a:defRPr>
      </a:lvl2pPr>
      <a:lvl3pPr marL="1318679" indent="-263736" algn="l" defTabSz="1054943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307" kern="1200">
          <a:solidFill>
            <a:schemeClr val="tx1"/>
          </a:solidFill>
          <a:latin typeface="+mn-lt"/>
          <a:ea typeface="+mn-ea"/>
          <a:cs typeface="+mn-cs"/>
        </a:defRPr>
      </a:lvl3pPr>
      <a:lvl4pPr marL="1846151" indent="-263736" algn="l" defTabSz="1054943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7" kern="1200">
          <a:solidFill>
            <a:schemeClr val="tx1"/>
          </a:solidFill>
          <a:latin typeface="+mn-lt"/>
          <a:ea typeface="+mn-ea"/>
          <a:cs typeface="+mn-cs"/>
        </a:defRPr>
      </a:lvl4pPr>
      <a:lvl5pPr marL="2373622" indent="-263736" algn="l" defTabSz="1054943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7" kern="1200">
          <a:solidFill>
            <a:schemeClr val="tx1"/>
          </a:solidFill>
          <a:latin typeface="+mn-lt"/>
          <a:ea typeface="+mn-ea"/>
          <a:cs typeface="+mn-cs"/>
        </a:defRPr>
      </a:lvl5pPr>
      <a:lvl6pPr marL="2901094" indent="-263736" algn="l" defTabSz="1054943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7" kern="1200">
          <a:solidFill>
            <a:schemeClr val="tx1"/>
          </a:solidFill>
          <a:latin typeface="+mn-lt"/>
          <a:ea typeface="+mn-ea"/>
          <a:cs typeface="+mn-cs"/>
        </a:defRPr>
      </a:lvl6pPr>
      <a:lvl7pPr marL="3428566" indent="-263736" algn="l" defTabSz="1054943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7" kern="1200">
          <a:solidFill>
            <a:schemeClr val="tx1"/>
          </a:solidFill>
          <a:latin typeface="+mn-lt"/>
          <a:ea typeface="+mn-ea"/>
          <a:cs typeface="+mn-cs"/>
        </a:defRPr>
      </a:lvl7pPr>
      <a:lvl8pPr marL="3956037" indent="-263736" algn="l" defTabSz="1054943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7" kern="1200">
          <a:solidFill>
            <a:schemeClr val="tx1"/>
          </a:solidFill>
          <a:latin typeface="+mn-lt"/>
          <a:ea typeface="+mn-ea"/>
          <a:cs typeface="+mn-cs"/>
        </a:defRPr>
      </a:lvl8pPr>
      <a:lvl9pPr marL="4483509" indent="-263736" algn="l" defTabSz="1054943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54943" rtl="0" eaLnBrk="1" latinLnBrk="1" hangingPunct="1">
        <a:defRPr sz="2077" kern="1200">
          <a:solidFill>
            <a:schemeClr val="tx1"/>
          </a:solidFill>
          <a:latin typeface="+mn-lt"/>
          <a:ea typeface="+mn-ea"/>
          <a:cs typeface="+mn-cs"/>
        </a:defRPr>
      </a:lvl1pPr>
      <a:lvl2pPr marL="527472" algn="l" defTabSz="1054943" rtl="0" eaLnBrk="1" latinLnBrk="1" hangingPunct="1">
        <a:defRPr sz="2077" kern="1200">
          <a:solidFill>
            <a:schemeClr val="tx1"/>
          </a:solidFill>
          <a:latin typeface="+mn-lt"/>
          <a:ea typeface="+mn-ea"/>
          <a:cs typeface="+mn-cs"/>
        </a:defRPr>
      </a:lvl2pPr>
      <a:lvl3pPr marL="1054943" algn="l" defTabSz="1054943" rtl="0" eaLnBrk="1" latinLnBrk="1" hangingPunct="1">
        <a:defRPr sz="2077" kern="1200">
          <a:solidFill>
            <a:schemeClr val="tx1"/>
          </a:solidFill>
          <a:latin typeface="+mn-lt"/>
          <a:ea typeface="+mn-ea"/>
          <a:cs typeface="+mn-cs"/>
        </a:defRPr>
      </a:lvl3pPr>
      <a:lvl4pPr marL="1582415" algn="l" defTabSz="1054943" rtl="0" eaLnBrk="1" latinLnBrk="1" hangingPunct="1">
        <a:defRPr sz="2077" kern="1200">
          <a:solidFill>
            <a:schemeClr val="tx1"/>
          </a:solidFill>
          <a:latin typeface="+mn-lt"/>
          <a:ea typeface="+mn-ea"/>
          <a:cs typeface="+mn-cs"/>
        </a:defRPr>
      </a:lvl4pPr>
      <a:lvl5pPr marL="2109887" algn="l" defTabSz="1054943" rtl="0" eaLnBrk="1" latinLnBrk="1" hangingPunct="1">
        <a:defRPr sz="2077" kern="1200">
          <a:solidFill>
            <a:schemeClr val="tx1"/>
          </a:solidFill>
          <a:latin typeface="+mn-lt"/>
          <a:ea typeface="+mn-ea"/>
          <a:cs typeface="+mn-cs"/>
        </a:defRPr>
      </a:lvl5pPr>
      <a:lvl6pPr marL="2637358" algn="l" defTabSz="1054943" rtl="0" eaLnBrk="1" latinLnBrk="1" hangingPunct="1">
        <a:defRPr sz="2077" kern="1200">
          <a:solidFill>
            <a:schemeClr val="tx1"/>
          </a:solidFill>
          <a:latin typeface="+mn-lt"/>
          <a:ea typeface="+mn-ea"/>
          <a:cs typeface="+mn-cs"/>
        </a:defRPr>
      </a:lvl6pPr>
      <a:lvl7pPr marL="3164830" algn="l" defTabSz="1054943" rtl="0" eaLnBrk="1" latinLnBrk="1" hangingPunct="1">
        <a:defRPr sz="2077" kern="1200">
          <a:solidFill>
            <a:schemeClr val="tx1"/>
          </a:solidFill>
          <a:latin typeface="+mn-lt"/>
          <a:ea typeface="+mn-ea"/>
          <a:cs typeface="+mn-cs"/>
        </a:defRPr>
      </a:lvl7pPr>
      <a:lvl8pPr marL="3692301" algn="l" defTabSz="1054943" rtl="0" eaLnBrk="1" latinLnBrk="1" hangingPunct="1">
        <a:defRPr sz="2077" kern="1200">
          <a:solidFill>
            <a:schemeClr val="tx1"/>
          </a:solidFill>
          <a:latin typeface="+mn-lt"/>
          <a:ea typeface="+mn-ea"/>
          <a:cs typeface="+mn-cs"/>
        </a:defRPr>
      </a:lvl8pPr>
      <a:lvl9pPr marL="4219773" algn="l" defTabSz="1054943" rtl="0" eaLnBrk="1" latinLnBrk="1" hangingPunct="1">
        <a:defRPr sz="20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emf"/><Relationship Id="rId18" Type="http://schemas.openxmlformats.org/officeDocument/2006/relationships/image" Target="../media/image16.emf"/><Relationship Id="rId26" Type="http://schemas.openxmlformats.org/officeDocument/2006/relationships/image" Target="../media/image24.png"/><Relationship Id="rId3" Type="http://schemas.openxmlformats.org/officeDocument/2006/relationships/image" Target="../media/image1.emf"/><Relationship Id="rId21" Type="http://schemas.openxmlformats.org/officeDocument/2006/relationships/image" Target="../media/image19.emf"/><Relationship Id="rId7" Type="http://schemas.openxmlformats.org/officeDocument/2006/relationships/image" Target="../media/image5.emf"/><Relationship Id="rId12" Type="http://schemas.openxmlformats.org/officeDocument/2006/relationships/image" Target="../media/image10.emf"/><Relationship Id="rId17" Type="http://schemas.openxmlformats.org/officeDocument/2006/relationships/image" Target="../media/image15.emf"/><Relationship Id="rId25" Type="http://schemas.openxmlformats.org/officeDocument/2006/relationships/image" Target="../media/image23.emf"/><Relationship Id="rId33" Type="http://schemas.openxmlformats.org/officeDocument/2006/relationships/image" Target="../media/image32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emf"/><Relationship Id="rId20" Type="http://schemas.openxmlformats.org/officeDocument/2006/relationships/image" Target="../media/image18.emf"/><Relationship Id="rId29" Type="http://schemas.openxmlformats.org/officeDocument/2006/relationships/image" Target="../media/image2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emf"/><Relationship Id="rId11" Type="http://schemas.openxmlformats.org/officeDocument/2006/relationships/image" Target="../media/image9.emf"/><Relationship Id="rId24" Type="http://schemas.openxmlformats.org/officeDocument/2006/relationships/image" Target="../media/image22.emf"/><Relationship Id="rId32" Type="http://schemas.openxmlformats.org/officeDocument/2006/relationships/image" Target="../media/image27.png"/><Relationship Id="rId5" Type="http://schemas.openxmlformats.org/officeDocument/2006/relationships/image" Target="../media/image3.emf"/><Relationship Id="rId15" Type="http://schemas.openxmlformats.org/officeDocument/2006/relationships/image" Target="../media/image13.emf"/><Relationship Id="rId23" Type="http://schemas.openxmlformats.org/officeDocument/2006/relationships/image" Target="../media/image21.emf"/><Relationship Id="rId28" Type="http://schemas.openxmlformats.org/officeDocument/2006/relationships/image" Target="../media/image25.png"/><Relationship Id="rId10" Type="http://schemas.openxmlformats.org/officeDocument/2006/relationships/image" Target="../media/image8.emf"/><Relationship Id="rId19" Type="http://schemas.openxmlformats.org/officeDocument/2006/relationships/image" Target="../media/image17.emf"/><Relationship Id="rId31" Type="http://schemas.openxmlformats.org/officeDocument/2006/relationships/image" Target="../media/image30.svg"/><Relationship Id="rId4" Type="http://schemas.openxmlformats.org/officeDocument/2006/relationships/image" Target="../media/image2.emf"/><Relationship Id="rId9" Type="http://schemas.openxmlformats.org/officeDocument/2006/relationships/image" Target="../media/image7.emf"/><Relationship Id="rId14" Type="http://schemas.openxmlformats.org/officeDocument/2006/relationships/image" Target="../media/image12.emf"/><Relationship Id="rId22" Type="http://schemas.openxmlformats.org/officeDocument/2006/relationships/image" Target="../media/image20.emf"/><Relationship Id="rId27" Type="http://schemas.openxmlformats.org/officeDocument/2006/relationships/image" Target="../media/image26.svg"/><Relationship Id="rId30" Type="http://schemas.openxmlformats.org/officeDocument/2006/relationships/image" Target="../media/image26.png"/><Relationship Id="rId8" Type="http://schemas.openxmlformats.org/officeDocument/2006/relationships/image" Target="../media/image6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제목 2"/>
          <p:cNvSpPr txBox="1">
            <a:spLocks/>
          </p:cNvSpPr>
          <p:nvPr/>
        </p:nvSpPr>
        <p:spPr>
          <a:xfrm>
            <a:off x="307003" y="193124"/>
            <a:ext cx="11634807" cy="545821"/>
          </a:xfrm>
          <a:prstGeom prst="rect">
            <a:avLst/>
          </a:prstGeom>
        </p:spPr>
        <p:txBody>
          <a:bodyPr/>
          <a:lstStyle>
            <a:lvl1pPr algn="l" defTabSz="1051103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5058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799" b="1" spc="-50" dirty="0">
                <a:solidFill>
                  <a:srgbClr val="3E8D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 Menu Items</a:t>
            </a:r>
            <a:endParaRPr lang="en-US" altLang="ko-KR" sz="1799" b="1" spc="-50" dirty="0">
              <a:solidFill>
                <a:srgbClr val="3E8D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01" name="그룹 100"/>
          <p:cNvGrpSpPr/>
          <p:nvPr/>
        </p:nvGrpSpPr>
        <p:grpSpPr>
          <a:xfrm>
            <a:off x="8698777" y="1059317"/>
            <a:ext cx="944490" cy="831306"/>
            <a:chOff x="210817" y="1976997"/>
            <a:chExt cx="944490" cy="831306"/>
          </a:xfrm>
        </p:grpSpPr>
        <p:pic>
          <p:nvPicPr>
            <p:cNvPr id="102" name="그림 10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18841" y="1976997"/>
              <a:ext cx="728438" cy="592920"/>
            </a:xfrm>
            <a:prstGeom prst="rect">
              <a:avLst/>
            </a:prstGeom>
          </p:spPr>
        </p:pic>
        <p:sp>
          <p:nvSpPr>
            <p:cNvPr id="103" name="TextBox 102"/>
            <p:cNvSpPr txBox="1"/>
            <p:nvPr/>
          </p:nvSpPr>
          <p:spPr>
            <a:xfrm>
              <a:off x="210817" y="2546821"/>
              <a:ext cx="944490" cy="261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99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Manual Work</a:t>
              </a:r>
              <a:endParaRPr lang="en-US" altLang="ko-KR" sz="1099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04" name="그룹 103"/>
          <p:cNvGrpSpPr/>
          <p:nvPr/>
        </p:nvGrpSpPr>
        <p:grpSpPr>
          <a:xfrm>
            <a:off x="64111" y="1138760"/>
            <a:ext cx="1083951" cy="831434"/>
            <a:chOff x="1519049" y="1976997"/>
            <a:chExt cx="1083951" cy="831434"/>
          </a:xfrm>
        </p:grpSpPr>
        <p:pic>
          <p:nvPicPr>
            <p:cNvPr id="105" name="그림 10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696805" y="1976997"/>
              <a:ext cx="728438" cy="592920"/>
            </a:xfrm>
            <a:prstGeom prst="rect">
              <a:avLst/>
            </a:prstGeom>
          </p:spPr>
        </p:pic>
        <p:sp>
          <p:nvSpPr>
            <p:cNvPr id="106" name="TextBox 105"/>
            <p:cNvSpPr txBox="1"/>
            <p:nvPr/>
          </p:nvSpPr>
          <p:spPr>
            <a:xfrm>
              <a:off x="1519049" y="2546821"/>
              <a:ext cx="1083951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1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Program</a:t>
              </a:r>
              <a:r>
                <a:rPr lang="ko-KR" altLang="en-US" sz="11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</a:t>
              </a:r>
              <a:r>
                <a:rPr lang="en-US" altLang="ko-KR" sz="11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Name</a:t>
              </a:r>
            </a:p>
          </p:txBody>
        </p:sp>
      </p:grpSp>
      <p:grpSp>
        <p:nvGrpSpPr>
          <p:cNvPr id="107" name="그룹 106"/>
          <p:cNvGrpSpPr/>
          <p:nvPr/>
        </p:nvGrpSpPr>
        <p:grpSpPr>
          <a:xfrm>
            <a:off x="1227442" y="1138760"/>
            <a:ext cx="1083951" cy="831434"/>
            <a:chOff x="2897014" y="1976997"/>
            <a:chExt cx="1083951" cy="831434"/>
          </a:xfrm>
        </p:grpSpPr>
        <p:pic>
          <p:nvPicPr>
            <p:cNvPr id="108" name="그림 107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074769" y="1976997"/>
              <a:ext cx="728438" cy="592920"/>
            </a:xfrm>
            <a:prstGeom prst="rect">
              <a:avLst/>
            </a:prstGeom>
          </p:spPr>
        </p:pic>
        <p:sp>
          <p:nvSpPr>
            <p:cNvPr id="109" name="TextBox 108"/>
            <p:cNvSpPr txBox="1"/>
            <p:nvPr/>
          </p:nvSpPr>
          <p:spPr>
            <a:xfrm>
              <a:off x="2897014" y="2546821"/>
              <a:ext cx="1083951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1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Program</a:t>
              </a:r>
              <a:r>
                <a:rPr lang="ko-KR" altLang="en-US" sz="11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</a:t>
              </a:r>
              <a:r>
                <a:rPr lang="en-US" altLang="ko-KR" sz="11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Name</a:t>
              </a:r>
              <a:endParaRPr lang="en-US" altLang="ko-KR" sz="11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110" name="그룹 109"/>
          <p:cNvGrpSpPr/>
          <p:nvPr/>
        </p:nvGrpSpPr>
        <p:grpSpPr>
          <a:xfrm>
            <a:off x="2390772" y="1138760"/>
            <a:ext cx="1083951" cy="831434"/>
            <a:chOff x="4274978" y="1976997"/>
            <a:chExt cx="1083951" cy="831434"/>
          </a:xfrm>
        </p:grpSpPr>
        <p:pic>
          <p:nvPicPr>
            <p:cNvPr id="111" name="그림 110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452733" y="1976997"/>
              <a:ext cx="728438" cy="592920"/>
            </a:xfrm>
            <a:prstGeom prst="rect">
              <a:avLst/>
            </a:prstGeom>
          </p:spPr>
        </p:pic>
        <p:sp>
          <p:nvSpPr>
            <p:cNvPr id="112" name="TextBox 111"/>
            <p:cNvSpPr txBox="1"/>
            <p:nvPr/>
          </p:nvSpPr>
          <p:spPr>
            <a:xfrm>
              <a:off x="4274978" y="2546821"/>
              <a:ext cx="1083951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1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Program</a:t>
              </a:r>
              <a:r>
                <a:rPr lang="ko-KR" altLang="en-US" sz="11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</a:t>
              </a:r>
              <a:r>
                <a:rPr lang="en-US" altLang="ko-KR" sz="11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Name</a:t>
              </a:r>
              <a:endParaRPr lang="en-US" altLang="ko-KR" sz="11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113" name="그룹 112"/>
          <p:cNvGrpSpPr/>
          <p:nvPr/>
        </p:nvGrpSpPr>
        <p:grpSpPr>
          <a:xfrm>
            <a:off x="3554102" y="1138760"/>
            <a:ext cx="1083951" cy="831434"/>
            <a:chOff x="5652942" y="1976997"/>
            <a:chExt cx="1083951" cy="831434"/>
          </a:xfrm>
        </p:grpSpPr>
        <p:pic>
          <p:nvPicPr>
            <p:cNvPr id="114" name="그림 113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830697" y="1976997"/>
              <a:ext cx="728438" cy="592920"/>
            </a:xfrm>
            <a:prstGeom prst="rect">
              <a:avLst/>
            </a:prstGeom>
          </p:spPr>
        </p:pic>
        <p:sp>
          <p:nvSpPr>
            <p:cNvPr id="115" name="TextBox 114"/>
            <p:cNvSpPr txBox="1"/>
            <p:nvPr/>
          </p:nvSpPr>
          <p:spPr>
            <a:xfrm>
              <a:off x="5652942" y="2546821"/>
              <a:ext cx="1083951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1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Program</a:t>
              </a:r>
              <a:r>
                <a:rPr lang="ko-KR" altLang="en-US" sz="11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</a:t>
              </a:r>
              <a:r>
                <a:rPr lang="en-US" altLang="ko-KR" sz="1100" spc="-5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Name</a:t>
              </a:r>
              <a:endParaRPr lang="en-US" altLang="ko-KR" sz="11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116" name="그룹 115"/>
          <p:cNvGrpSpPr/>
          <p:nvPr/>
        </p:nvGrpSpPr>
        <p:grpSpPr>
          <a:xfrm>
            <a:off x="4717432" y="1138760"/>
            <a:ext cx="1083951" cy="831434"/>
            <a:chOff x="7030906" y="1976997"/>
            <a:chExt cx="1083951" cy="831434"/>
          </a:xfrm>
        </p:grpSpPr>
        <p:pic>
          <p:nvPicPr>
            <p:cNvPr id="117" name="그림 116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208661" y="1976997"/>
              <a:ext cx="728438" cy="592920"/>
            </a:xfrm>
            <a:prstGeom prst="rect">
              <a:avLst/>
            </a:prstGeom>
          </p:spPr>
        </p:pic>
        <p:sp>
          <p:nvSpPr>
            <p:cNvPr id="118" name="TextBox 117"/>
            <p:cNvSpPr txBox="1"/>
            <p:nvPr/>
          </p:nvSpPr>
          <p:spPr>
            <a:xfrm>
              <a:off x="7030906" y="2546821"/>
              <a:ext cx="1083951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1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Program</a:t>
              </a:r>
              <a:r>
                <a:rPr lang="ko-KR" altLang="en-US" sz="11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</a:t>
              </a:r>
              <a:r>
                <a:rPr lang="en-US" altLang="ko-KR" sz="1100" spc="-5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Name</a:t>
              </a:r>
              <a:endParaRPr lang="en-US" altLang="ko-KR" sz="11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119" name="그룹 118"/>
          <p:cNvGrpSpPr/>
          <p:nvPr/>
        </p:nvGrpSpPr>
        <p:grpSpPr>
          <a:xfrm>
            <a:off x="8806803" y="1949785"/>
            <a:ext cx="728438" cy="831306"/>
            <a:chOff x="8586627" y="1976997"/>
            <a:chExt cx="728438" cy="831306"/>
          </a:xfrm>
        </p:grpSpPr>
        <p:pic>
          <p:nvPicPr>
            <p:cNvPr id="120" name="그림 119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586627" y="1976997"/>
              <a:ext cx="728438" cy="592920"/>
            </a:xfrm>
            <a:prstGeom prst="rect">
              <a:avLst/>
            </a:prstGeom>
          </p:spPr>
        </p:pic>
        <p:sp>
          <p:nvSpPr>
            <p:cNvPr id="121" name="TextBox 120"/>
            <p:cNvSpPr txBox="1"/>
            <p:nvPr/>
          </p:nvSpPr>
          <p:spPr>
            <a:xfrm>
              <a:off x="8609246" y="2546821"/>
              <a:ext cx="683200" cy="261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99" spc="-5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Printouts</a:t>
              </a:r>
              <a:endParaRPr lang="en-US" altLang="ko-KR" sz="11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122" name="그룹 121"/>
          <p:cNvGrpSpPr/>
          <p:nvPr/>
        </p:nvGrpSpPr>
        <p:grpSpPr>
          <a:xfrm>
            <a:off x="5915303" y="989296"/>
            <a:ext cx="1089000" cy="1130362"/>
            <a:chOff x="8547517" y="5179947"/>
            <a:chExt cx="1089000" cy="1130362"/>
          </a:xfrm>
        </p:grpSpPr>
        <p:sp>
          <p:nvSpPr>
            <p:cNvPr id="123" name="순서도: 연결자 122"/>
            <p:cNvSpPr>
              <a:spLocks noChangeAspect="1"/>
            </p:cNvSpPr>
            <p:nvPr/>
          </p:nvSpPr>
          <p:spPr>
            <a:xfrm>
              <a:off x="8547517" y="5179947"/>
              <a:ext cx="1089000" cy="1130362"/>
            </a:xfrm>
            <a:prstGeom prst="flowChartConnector">
              <a:avLst/>
            </a:prstGeom>
            <a:solidFill>
              <a:schemeClr val="bg1"/>
            </a:solidFill>
            <a:ln w="12700">
              <a:solidFill>
                <a:srgbClr val="59607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35" spc="-5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124" name="TextBox 123"/>
            <p:cNvSpPr txBox="1"/>
            <p:nvPr/>
          </p:nvSpPr>
          <p:spPr>
            <a:xfrm>
              <a:off x="8561263" y="5715173"/>
              <a:ext cx="1061508" cy="4306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99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Other Module </a:t>
              </a:r>
            </a:p>
            <a:p>
              <a:pPr algn="ctr"/>
              <a:r>
                <a:rPr lang="en-US" altLang="ko-KR" sz="1099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Program</a:t>
              </a:r>
              <a:r>
                <a:rPr lang="ko-KR" altLang="en-US" sz="1099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ko-KR" sz="1099" spc="-5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Name</a:t>
              </a:r>
              <a:endParaRPr lang="en-US" altLang="ko-KR" sz="1099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25" name="그림 124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8911413" y="5383641"/>
              <a:ext cx="361209" cy="361487"/>
            </a:xfrm>
            <a:prstGeom prst="rect">
              <a:avLst/>
            </a:prstGeom>
          </p:spPr>
        </p:pic>
      </p:grpSp>
      <p:grpSp>
        <p:nvGrpSpPr>
          <p:cNvPr id="126" name="그룹 125"/>
          <p:cNvGrpSpPr/>
          <p:nvPr/>
        </p:nvGrpSpPr>
        <p:grpSpPr>
          <a:xfrm>
            <a:off x="7152766" y="989296"/>
            <a:ext cx="1089000" cy="1130362"/>
            <a:chOff x="6236166" y="6769212"/>
            <a:chExt cx="1089000" cy="1130362"/>
          </a:xfrm>
        </p:grpSpPr>
        <p:sp>
          <p:nvSpPr>
            <p:cNvPr id="127" name="순서도: 연결자 126"/>
            <p:cNvSpPr>
              <a:spLocks noChangeAspect="1"/>
            </p:cNvSpPr>
            <p:nvPr/>
          </p:nvSpPr>
          <p:spPr>
            <a:xfrm>
              <a:off x="6236166" y="6769212"/>
              <a:ext cx="1089000" cy="1130362"/>
            </a:xfrm>
            <a:prstGeom prst="flowChartConnector">
              <a:avLst/>
            </a:prstGeom>
            <a:solidFill>
              <a:schemeClr val="bg1"/>
            </a:solidFill>
            <a:ln w="12700">
              <a:solidFill>
                <a:srgbClr val="59607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35" spc="-5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128" name="TextBox 127"/>
            <p:cNvSpPr txBox="1"/>
            <p:nvPr/>
          </p:nvSpPr>
          <p:spPr>
            <a:xfrm>
              <a:off x="6249911" y="7323705"/>
              <a:ext cx="1061509" cy="4306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99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Same Module </a:t>
              </a:r>
            </a:p>
            <a:p>
              <a:pPr algn="ctr"/>
              <a:r>
                <a:rPr lang="en-US" altLang="ko-KR" sz="1099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Program</a:t>
              </a:r>
              <a:r>
                <a:rPr lang="ko-KR" altLang="en-US" sz="1099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ko-KR" sz="1099" spc="-5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Name</a:t>
              </a:r>
              <a:endParaRPr lang="en-US" altLang="ko-KR" sz="1099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29" name="그림 128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596049" y="6960984"/>
              <a:ext cx="369235" cy="377554"/>
            </a:xfrm>
            <a:prstGeom prst="rect">
              <a:avLst/>
            </a:prstGeom>
          </p:spPr>
        </p:pic>
      </p:grpSp>
      <p:grpSp>
        <p:nvGrpSpPr>
          <p:cNvPr id="130" name="그룹 129"/>
          <p:cNvGrpSpPr/>
          <p:nvPr/>
        </p:nvGrpSpPr>
        <p:grpSpPr>
          <a:xfrm>
            <a:off x="333143" y="2720443"/>
            <a:ext cx="1403741" cy="398520"/>
            <a:chOff x="1312732" y="4491037"/>
            <a:chExt cx="1403741" cy="398520"/>
          </a:xfrm>
        </p:grpSpPr>
        <p:pic>
          <p:nvPicPr>
            <p:cNvPr id="131" name="그림 130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312732" y="4491037"/>
              <a:ext cx="398213" cy="398520"/>
            </a:xfrm>
            <a:prstGeom prst="rect">
              <a:avLst/>
            </a:prstGeom>
          </p:spPr>
        </p:pic>
        <p:sp>
          <p:nvSpPr>
            <p:cNvPr id="132" name="TextBox 131"/>
            <p:cNvSpPr txBox="1"/>
            <p:nvPr/>
          </p:nvSpPr>
          <p:spPr>
            <a:xfrm>
              <a:off x="1710945" y="4559556"/>
              <a:ext cx="1005528" cy="261482"/>
            </a:xfrm>
            <a:prstGeom prst="rect">
              <a:avLst/>
            </a:prstGeom>
            <a:noFill/>
          </p:spPr>
          <p:txBody>
            <a:bodyPr wrap="none" lIns="36000" rtlCol="0" anchor="ctr">
              <a:spAutoFit/>
            </a:bodyPr>
            <a:lstStyle/>
            <a:p>
              <a:r>
                <a:rPr lang="en-US" altLang="ko-KR" sz="1099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Program Name</a:t>
              </a:r>
              <a:endParaRPr lang="en-US" altLang="ko-KR" sz="1099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33" name="그룹 132"/>
          <p:cNvGrpSpPr/>
          <p:nvPr/>
        </p:nvGrpSpPr>
        <p:grpSpPr>
          <a:xfrm>
            <a:off x="4734535" y="2720443"/>
            <a:ext cx="1286721" cy="398520"/>
            <a:chOff x="3112849" y="4491037"/>
            <a:chExt cx="1286721" cy="398520"/>
          </a:xfrm>
        </p:grpSpPr>
        <p:pic>
          <p:nvPicPr>
            <p:cNvPr id="134" name="그림 133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3112849" y="4491037"/>
              <a:ext cx="398213" cy="398520"/>
            </a:xfrm>
            <a:prstGeom prst="rect">
              <a:avLst/>
            </a:prstGeom>
          </p:spPr>
        </p:pic>
        <p:sp>
          <p:nvSpPr>
            <p:cNvPr id="135" name="TextBox 134"/>
            <p:cNvSpPr txBox="1"/>
            <p:nvPr/>
          </p:nvSpPr>
          <p:spPr>
            <a:xfrm>
              <a:off x="3511062" y="4559556"/>
              <a:ext cx="888508" cy="261482"/>
            </a:xfrm>
            <a:prstGeom prst="rect">
              <a:avLst/>
            </a:prstGeom>
            <a:noFill/>
          </p:spPr>
          <p:txBody>
            <a:bodyPr wrap="none" lIns="36000" rtlCol="0" anchor="ctr">
              <a:spAutoFit/>
            </a:bodyPr>
            <a:lstStyle/>
            <a:p>
              <a:r>
                <a:rPr lang="en-US" altLang="ko-KR" sz="1099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Manual </a:t>
              </a:r>
              <a:r>
                <a:rPr lang="en-US" altLang="ko-KR" sz="1099" spc="-5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Work</a:t>
              </a:r>
              <a:endParaRPr lang="en-US" altLang="ko-KR" sz="11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136" name="그룹 135"/>
          <p:cNvGrpSpPr/>
          <p:nvPr/>
        </p:nvGrpSpPr>
        <p:grpSpPr>
          <a:xfrm>
            <a:off x="1800274" y="2720443"/>
            <a:ext cx="1403741" cy="398520"/>
            <a:chOff x="4912966" y="4491037"/>
            <a:chExt cx="1403741" cy="398520"/>
          </a:xfrm>
        </p:grpSpPr>
        <p:pic>
          <p:nvPicPr>
            <p:cNvPr id="137" name="그림 136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4912966" y="4491037"/>
              <a:ext cx="398213" cy="398520"/>
            </a:xfrm>
            <a:prstGeom prst="rect">
              <a:avLst/>
            </a:prstGeom>
          </p:spPr>
        </p:pic>
        <p:sp>
          <p:nvSpPr>
            <p:cNvPr id="138" name="TextBox 137"/>
            <p:cNvSpPr txBox="1"/>
            <p:nvPr/>
          </p:nvSpPr>
          <p:spPr>
            <a:xfrm>
              <a:off x="5311179" y="4559556"/>
              <a:ext cx="1005528" cy="261482"/>
            </a:xfrm>
            <a:prstGeom prst="rect">
              <a:avLst/>
            </a:prstGeom>
            <a:noFill/>
          </p:spPr>
          <p:txBody>
            <a:bodyPr wrap="none" lIns="36000" rtlCol="0" anchor="ctr">
              <a:spAutoFit/>
            </a:bodyPr>
            <a:lstStyle/>
            <a:p>
              <a:r>
                <a:rPr lang="en-US" altLang="ko-KR" sz="1099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Program Name</a:t>
              </a:r>
              <a:endParaRPr lang="en-US" altLang="ko-KR" sz="1099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39" name="그룹 138"/>
          <p:cNvGrpSpPr/>
          <p:nvPr/>
        </p:nvGrpSpPr>
        <p:grpSpPr>
          <a:xfrm>
            <a:off x="3267405" y="2720443"/>
            <a:ext cx="1403741" cy="398520"/>
            <a:chOff x="6713083" y="4491037"/>
            <a:chExt cx="1403741" cy="398520"/>
          </a:xfrm>
        </p:grpSpPr>
        <p:pic>
          <p:nvPicPr>
            <p:cNvPr id="140" name="그림 139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6713083" y="4491037"/>
              <a:ext cx="398213" cy="398520"/>
            </a:xfrm>
            <a:prstGeom prst="rect">
              <a:avLst/>
            </a:prstGeom>
          </p:spPr>
        </p:pic>
        <p:sp>
          <p:nvSpPr>
            <p:cNvPr id="141" name="TextBox 140"/>
            <p:cNvSpPr txBox="1"/>
            <p:nvPr/>
          </p:nvSpPr>
          <p:spPr>
            <a:xfrm>
              <a:off x="7111296" y="4559556"/>
              <a:ext cx="1005528" cy="261482"/>
            </a:xfrm>
            <a:prstGeom prst="rect">
              <a:avLst/>
            </a:prstGeom>
            <a:noFill/>
          </p:spPr>
          <p:txBody>
            <a:bodyPr wrap="none" lIns="36000" rtlCol="0" anchor="ctr">
              <a:spAutoFit/>
            </a:bodyPr>
            <a:lstStyle/>
            <a:p>
              <a:r>
                <a:rPr lang="en-US" altLang="ko-KR" sz="1099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Program Name</a:t>
              </a:r>
              <a:endParaRPr lang="en-US" altLang="ko-KR" sz="1099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42" name="그룹 141"/>
          <p:cNvGrpSpPr/>
          <p:nvPr/>
        </p:nvGrpSpPr>
        <p:grpSpPr>
          <a:xfrm>
            <a:off x="5945186" y="2720443"/>
            <a:ext cx="1028505" cy="398520"/>
            <a:chOff x="8513200" y="4491037"/>
            <a:chExt cx="1028505" cy="398520"/>
          </a:xfrm>
        </p:grpSpPr>
        <p:pic>
          <p:nvPicPr>
            <p:cNvPr id="143" name="그림 142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8513200" y="4491037"/>
              <a:ext cx="398213" cy="398520"/>
            </a:xfrm>
            <a:prstGeom prst="rect">
              <a:avLst/>
            </a:prstGeom>
          </p:spPr>
        </p:pic>
        <p:sp>
          <p:nvSpPr>
            <p:cNvPr id="144" name="TextBox 143"/>
            <p:cNvSpPr txBox="1"/>
            <p:nvPr/>
          </p:nvSpPr>
          <p:spPr>
            <a:xfrm>
              <a:off x="8914486" y="4559556"/>
              <a:ext cx="627219" cy="261482"/>
            </a:xfrm>
            <a:prstGeom prst="rect">
              <a:avLst/>
            </a:prstGeom>
            <a:noFill/>
          </p:spPr>
          <p:txBody>
            <a:bodyPr wrap="none" lIns="36000" rtlCol="0" anchor="ctr">
              <a:spAutoFit/>
            </a:bodyPr>
            <a:lstStyle/>
            <a:p>
              <a:r>
                <a:rPr lang="en-US" altLang="ko-KR" sz="1099" spc="-5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Printouts</a:t>
              </a:r>
              <a:endParaRPr lang="en-US" altLang="ko-KR" sz="11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</p:grpSp>
      <p:sp>
        <p:nvSpPr>
          <p:cNvPr id="242" name="직사각형 241"/>
          <p:cNvSpPr/>
          <p:nvPr/>
        </p:nvSpPr>
        <p:spPr>
          <a:xfrm>
            <a:off x="192089" y="597966"/>
            <a:ext cx="8357778" cy="360000"/>
          </a:xfrm>
          <a:prstGeom prst="rect">
            <a:avLst/>
          </a:prstGeom>
          <a:solidFill>
            <a:srgbClr val="3F8D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199" b="1" spc="-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Type1. Process Items  </a:t>
            </a:r>
            <a:r>
              <a:rPr lang="en-US" altLang="ko-KR" sz="1199" spc="-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Items used for displaying the main process</a:t>
            </a:r>
            <a:endParaRPr lang="ko-KR" altLang="en-US" sz="1199" spc="-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3" name="직사각형 242"/>
          <p:cNvSpPr/>
          <p:nvPr/>
        </p:nvSpPr>
        <p:spPr>
          <a:xfrm>
            <a:off x="199368" y="2300452"/>
            <a:ext cx="8357778" cy="360000"/>
          </a:xfrm>
          <a:prstGeom prst="rect">
            <a:avLst/>
          </a:prstGeom>
          <a:solidFill>
            <a:srgbClr val="7EC2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b="1" spc="-50">
                <a:solidFill>
                  <a:schemeClr val="bg1"/>
                </a:solidFill>
                <a:latin typeface="+mn-ea"/>
              </a:rPr>
              <a:t>Type2. </a:t>
            </a:r>
            <a:r>
              <a:rPr lang="ko-KR" altLang="en-US" sz="1200" b="1" spc="-50">
                <a:solidFill>
                  <a:schemeClr val="bg1"/>
                </a:solidFill>
                <a:latin typeface="+mn-ea"/>
              </a:rPr>
              <a:t>현황용 아이템 </a:t>
            </a:r>
            <a:r>
              <a:rPr lang="en-US" altLang="ko-KR" sz="1200" spc="-50">
                <a:solidFill>
                  <a:schemeClr val="bg1"/>
                </a:solidFill>
                <a:latin typeface="+mn-ea"/>
              </a:rPr>
              <a:t>– </a:t>
            </a:r>
            <a:r>
              <a:rPr lang="ko-KR" altLang="en-US" sz="1200" spc="-50">
                <a:solidFill>
                  <a:schemeClr val="bg1"/>
                </a:solidFill>
                <a:latin typeface="+mn-ea"/>
              </a:rPr>
              <a:t>프로세스에 포함되지 않는 부가적인 아이템</a:t>
            </a:r>
          </a:p>
        </p:txBody>
      </p:sp>
      <p:sp>
        <p:nvSpPr>
          <p:cNvPr id="244" name="직사각형 243"/>
          <p:cNvSpPr/>
          <p:nvPr/>
        </p:nvSpPr>
        <p:spPr>
          <a:xfrm>
            <a:off x="199369" y="4787724"/>
            <a:ext cx="8357778" cy="360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199" b="1" spc="-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Type4. Group Items</a:t>
            </a:r>
            <a:r>
              <a:rPr lang="ko-KR" altLang="en-US" sz="1199" b="1" spc="-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199" b="1" spc="-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Group a process</a:t>
            </a:r>
            <a:endParaRPr lang="ko-KR" altLang="en-US" sz="1199" b="1" spc="-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5" name="직사각형 244"/>
          <p:cNvSpPr/>
          <p:nvPr/>
        </p:nvSpPr>
        <p:spPr>
          <a:xfrm>
            <a:off x="199368" y="3683606"/>
            <a:ext cx="8357779" cy="360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b="1" spc="-50">
                <a:solidFill>
                  <a:schemeClr val="bg1"/>
                </a:solidFill>
                <a:latin typeface="+mn-ea"/>
              </a:rPr>
              <a:t>Type3. </a:t>
            </a:r>
            <a:r>
              <a:rPr lang="ko-KR" altLang="en-US" sz="1200" b="1" spc="-50">
                <a:solidFill>
                  <a:schemeClr val="bg1"/>
                </a:solidFill>
                <a:latin typeface="+mn-ea"/>
              </a:rPr>
              <a:t>기타 아이템</a:t>
            </a:r>
          </a:p>
        </p:txBody>
      </p:sp>
      <p:sp>
        <p:nvSpPr>
          <p:cNvPr id="246" name="갈매기형 수장 245"/>
          <p:cNvSpPr/>
          <p:nvPr/>
        </p:nvSpPr>
        <p:spPr>
          <a:xfrm rot="5400000">
            <a:off x="351982" y="5409720"/>
            <a:ext cx="1339200" cy="1260000"/>
          </a:xfrm>
          <a:prstGeom prst="chevron">
            <a:avLst>
              <a:gd name="adj" fmla="val 30271"/>
            </a:avLst>
          </a:prstGeom>
          <a:solidFill>
            <a:srgbClr val="E0D4ED"/>
          </a:solidFill>
          <a:ln w="6350">
            <a:solidFill>
              <a:srgbClr val="E0D4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ko-KR" sz="1099" b="1" spc="-50" dirty="0">
                <a:solidFill>
                  <a:srgbClr val="764FA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  <a:endParaRPr lang="ko-KR" altLang="en-US" sz="1099" b="1" spc="-50" dirty="0">
              <a:solidFill>
                <a:srgbClr val="764F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7" name="모서리가 둥근 직사각형 246"/>
          <p:cNvSpPr/>
          <p:nvPr/>
        </p:nvSpPr>
        <p:spPr>
          <a:xfrm>
            <a:off x="391582" y="6802479"/>
            <a:ext cx="1260000" cy="972000"/>
          </a:xfrm>
          <a:prstGeom prst="roundRect">
            <a:avLst>
              <a:gd name="adj" fmla="val 0"/>
            </a:avLst>
          </a:prstGeom>
          <a:solidFill>
            <a:srgbClr val="E0D4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99" b="1" spc="-50" dirty="0">
                <a:solidFill>
                  <a:srgbClr val="764FA3"/>
                </a:solidFill>
                <a:latin typeface="+mn-ea"/>
                <a:cs typeface="Meiryo UI" panose="020B0604030504040204" pitchFamily="34" charset="-128"/>
              </a:rPr>
              <a:t>Settings</a:t>
            </a:r>
            <a:endParaRPr lang="ko-KR" altLang="en-US" sz="1099" b="1" spc="-50" dirty="0">
              <a:solidFill>
                <a:srgbClr val="764FA3"/>
              </a:solidFill>
              <a:latin typeface="+mn-ea"/>
              <a:cs typeface="Meiryo UI" panose="020B0604030504040204" pitchFamily="34" charset="-128"/>
            </a:endParaRPr>
          </a:p>
        </p:txBody>
      </p:sp>
      <p:sp>
        <p:nvSpPr>
          <p:cNvPr id="248" name="모서리가 둥근 직사각형 247">
            <a:extLst>
              <a:ext uri="{FF2B5EF4-FFF2-40B4-BE49-F238E27FC236}">
                <a16:creationId xmlns:a16="http://schemas.microsoft.com/office/drawing/2014/main" id="{45EB2BD2-487F-4EBD-9758-D3F95FDE3254}"/>
              </a:ext>
            </a:extLst>
          </p:cNvPr>
          <p:cNvSpPr/>
          <p:nvPr/>
        </p:nvSpPr>
        <p:spPr>
          <a:xfrm>
            <a:off x="2903548" y="5561714"/>
            <a:ext cx="2770977" cy="776940"/>
          </a:xfrm>
          <a:prstGeom prst="roundRect">
            <a:avLst>
              <a:gd name="adj" fmla="val 0"/>
            </a:avLst>
          </a:prstGeom>
          <a:noFill/>
          <a:ln w="12700">
            <a:solidFill>
              <a:srgbClr val="9EC69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02407" latinLnBrk="0"/>
            <a:endParaRPr kumimoji="1" lang="ko-KR" altLang="en-US" sz="1100" spc="-50">
              <a:solidFill>
                <a:prstClr val="white"/>
              </a:solidFill>
              <a:latin typeface="+mn-ea"/>
            </a:endParaRPr>
          </a:p>
        </p:txBody>
      </p:sp>
      <p:sp>
        <p:nvSpPr>
          <p:cNvPr id="249" name="모서리가 둥근 직사각형 248"/>
          <p:cNvSpPr/>
          <p:nvPr/>
        </p:nvSpPr>
        <p:spPr>
          <a:xfrm>
            <a:off x="3417835" y="5366653"/>
            <a:ext cx="1742400" cy="360000"/>
          </a:xfrm>
          <a:prstGeom prst="roundRect">
            <a:avLst>
              <a:gd name="adj" fmla="val 50000"/>
            </a:avLst>
          </a:prstGeom>
          <a:solidFill>
            <a:srgbClr val="C6E7C6"/>
          </a:solidFill>
          <a:ln>
            <a:solidFill>
              <a:srgbClr val="C6E7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99" b="1" spc="-50" dirty="0">
                <a:solidFill>
                  <a:srgbClr val="3F8D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 Group</a:t>
            </a:r>
            <a:endParaRPr lang="ko-KR" altLang="en-US" sz="1199" b="1" spc="-50" dirty="0">
              <a:solidFill>
                <a:srgbClr val="3F8D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0" name="모서리가 둥근 직사각형 249">
            <a:extLst>
              <a:ext uri="{FF2B5EF4-FFF2-40B4-BE49-F238E27FC236}">
                <a16:creationId xmlns:a16="http://schemas.microsoft.com/office/drawing/2014/main" id="{45EB2BD2-487F-4EBD-9758-D3F95FDE3254}"/>
              </a:ext>
            </a:extLst>
          </p:cNvPr>
          <p:cNvSpPr/>
          <p:nvPr/>
        </p:nvSpPr>
        <p:spPr>
          <a:xfrm>
            <a:off x="5743239" y="6814206"/>
            <a:ext cx="1813331" cy="548668"/>
          </a:xfrm>
          <a:prstGeom prst="roundRect">
            <a:avLst>
              <a:gd name="adj" fmla="val 0"/>
            </a:avLst>
          </a:prstGeom>
          <a:solidFill>
            <a:srgbClr val="F1F1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latinLnBrk="0"/>
            <a:endParaRPr kumimoji="1" lang="ko-KR" altLang="en-US" sz="1100" spc="-50">
              <a:solidFill>
                <a:prstClr val="white"/>
              </a:solidFill>
              <a:latin typeface="+mn-ea"/>
            </a:endParaRPr>
          </a:p>
        </p:txBody>
      </p:sp>
      <p:grpSp>
        <p:nvGrpSpPr>
          <p:cNvPr id="251" name="그룹 250"/>
          <p:cNvGrpSpPr/>
          <p:nvPr/>
        </p:nvGrpSpPr>
        <p:grpSpPr>
          <a:xfrm>
            <a:off x="5890310" y="6889280"/>
            <a:ext cx="1584879" cy="398520"/>
            <a:chOff x="1312732" y="4491037"/>
            <a:chExt cx="1584879" cy="398520"/>
          </a:xfrm>
        </p:grpSpPr>
        <p:pic>
          <p:nvPicPr>
            <p:cNvPr id="252" name="그림 251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312732" y="4491037"/>
              <a:ext cx="398213" cy="398520"/>
            </a:xfrm>
            <a:prstGeom prst="rect">
              <a:avLst/>
            </a:prstGeom>
          </p:spPr>
        </p:pic>
        <p:sp>
          <p:nvSpPr>
            <p:cNvPr id="253" name="TextBox 252"/>
            <p:cNvSpPr txBox="1"/>
            <p:nvPr/>
          </p:nvSpPr>
          <p:spPr>
            <a:xfrm>
              <a:off x="1710945" y="4559492"/>
              <a:ext cx="1186666" cy="261482"/>
            </a:xfrm>
            <a:prstGeom prst="rect">
              <a:avLst/>
            </a:prstGeom>
            <a:noFill/>
          </p:spPr>
          <p:txBody>
            <a:bodyPr wrap="none" lIns="36000" rtlCol="0">
              <a:spAutoFit/>
            </a:bodyPr>
            <a:lstStyle/>
            <a:p>
              <a:r>
                <a:rPr lang="en-US" altLang="ko-KR" sz="1099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Background Color </a:t>
              </a:r>
              <a:endParaRPr lang="en-US" altLang="ko-KR" sz="1099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54" name="모서리가 둥근 직사각형 253"/>
          <p:cNvSpPr/>
          <p:nvPr/>
        </p:nvSpPr>
        <p:spPr>
          <a:xfrm>
            <a:off x="5875322" y="5351999"/>
            <a:ext cx="1279339" cy="360000"/>
          </a:xfrm>
          <a:prstGeom prst="roundRect">
            <a:avLst>
              <a:gd name="adj" fmla="val 0"/>
            </a:avLst>
          </a:prstGeom>
          <a:solidFill>
            <a:srgbClr val="C6E7C6"/>
          </a:solidFill>
          <a:ln>
            <a:solidFill>
              <a:srgbClr val="C6E7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99" b="1" spc="-50" dirty="0">
                <a:solidFill>
                  <a:srgbClr val="3F8D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 Area 1</a:t>
            </a:r>
            <a:endParaRPr lang="ko-KR" altLang="en-US" sz="1199" b="1" spc="-50" dirty="0">
              <a:solidFill>
                <a:srgbClr val="3F8D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5" name="모서리가 둥근 직사각형 254"/>
          <p:cNvSpPr/>
          <p:nvPr/>
        </p:nvSpPr>
        <p:spPr>
          <a:xfrm>
            <a:off x="7164651" y="5351999"/>
            <a:ext cx="1279339" cy="360000"/>
          </a:xfrm>
          <a:prstGeom prst="roundRect">
            <a:avLst>
              <a:gd name="adj" fmla="val 0"/>
            </a:avLst>
          </a:prstGeom>
          <a:solidFill>
            <a:srgbClr val="E2F3E2"/>
          </a:solidFill>
          <a:ln>
            <a:solidFill>
              <a:srgbClr val="C6E7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99" b="1" spc="-50" dirty="0">
                <a:solidFill>
                  <a:srgbClr val="3F8D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 Area </a:t>
            </a:r>
            <a:r>
              <a:rPr lang="en-US" altLang="ko-KR" sz="1199" b="1" spc="-50" dirty="0" smtClean="0">
                <a:solidFill>
                  <a:srgbClr val="3F8D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ko-KR" altLang="en-US" sz="1199" b="1" spc="-50" dirty="0">
              <a:solidFill>
                <a:srgbClr val="3F8D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6" name="직사각형 255"/>
          <p:cNvSpPr/>
          <p:nvPr/>
        </p:nvSpPr>
        <p:spPr>
          <a:xfrm>
            <a:off x="5875322" y="5720874"/>
            <a:ext cx="1279339" cy="617779"/>
          </a:xfrm>
          <a:prstGeom prst="rect">
            <a:avLst/>
          </a:prstGeom>
          <a:solidFill>
            <a:srgbClr val="3F8D3E">
              <a:alpha val="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50"/>
          </a:p>
        </p:txBody>
      </p:sp>
      <p:sp>
        <p:nvSpPr>
          <p:cNvPr id="257" name="직사각형 256"/>
          <p:cNvSpPr/>
          <p:nvPr/>
        </p:nvSpPr>
        <p:spPr>
          <a:xfrm>
            <a:off x="1655469" y="5366653"/>
            <a:ext cx="1031424" cy="972000"/>
          </a:xfrm>
          <a:prstGeom prst="rect">
            <a:avLst/>
          </a:prstGeom>
          <a:noFill/>
          <a:ln w="12700">
            <a:solidFill>
              <a:srgbClr val="C8B9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02407" latinLnBrk="0"/>
            <a:endParaRPr kumimoji="1" lang="ko-KR" altLang="en-US" sz="1100" spc="-50">
              <a:solidFill>
                <a:prstClr val="white"/>
              </a:solidFill>
              <a:latin typeface="+mn-ea"/>
            </a:endParaRPr>
          </a:p>
        </p:txBody>
      </p:sp>
      <p:sp>
        <p:nvSpPr>
          <p:cNvPr id="258" name="모서리가 둥근 직사각형 257">
            <a:extLst>
              <a:ext uri="{FF2B5EF4-FFF2-40B4-BE49-F238E27FC236}">
                <a16:creationId xmlns:a16="http://schemas.microsoft.com/office/drawing/2014/main" id="{45EB2BD2-487F-4EBD-9758-D3F95FDE3254}"/>
              </a:ext>
            </a:extLst>
          </p:cNvPr>
          <p:cNvSpPr/>
          <p:nvPr/>
        </p:nvSpPr>
        <p:spPr>
          <a:xfrm>
            <a:off x="391583" y="6802479"/>
            <a:ext cx="2295310" cy="972000"/>
          </a:xfrm>
          <a:prstGeom prst="roundRect">
            <a:avLst>
              <a:gd name="adj" fmla="val 0"/>
            </a:avLst>
          </a:prstGeom>
          <a:noFill/>
          <a:ln w="12700">
            <a:solidFill>
              <a:srgbClr val="C8B9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02407" latinLnBrk="0"/>
            <a:endParaRPr kumimoji="1" lang="ko-KR" altLang="en-US" sz="1100" spc="-50">
              <a:solidFill>
                <a:prstClr val="white"/>
              </a:solidFill>
              <a:latin typeface="+mn-ea"/>
            </a:endParaRPr>
          </a:p>
        </p:txBody>
      </p:sp>
      <p:sp>
        <p:nvSpPr>
          <p:cNvPr id="259" name="직사각형 258">
            <a:extLst>
              <a:ext uri="{FF2B5EF4-FFF2-40B4-BE49-F238E27FC236}">
                <a16:creationId xmlns:a16="http://schemas.microsoft.com/office/drawing/2014/main" id="{F949DFF8-F529-C64E-85A5-6902A1227E05}"/>
              </a:ext>
            </a:extLst>
          </p:cNvPr>
          <p:cNvSpPr/>
          <p:nvPr/>
        </p:nvSpPr>
        <p:spPr>
          <a:xfrm>
            <a:off x="2913421" y="6802478"/>
            <a:ext cx="1453129" cy="989519"/>
          </a:xfrm>
          <a:prstGeom prst="rect">
            <a:avLst/>
          </a:prstGeom>
          <a:solidFill>
            <a:srgbClr val="DCE0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943"/>
            <a:r>
              <a:rPr lang="en-US" altLang="ko-KR" sz="1199" b="1" spc="-50" dirty="0">
                <a:solidFill>
                  <a:srgbClr val="31385B"/>
                </a:solidFill>
                <a:latin typeface="+mn-ea"/>
              </a:rPr>
              <a:t>Status</a:t>
            </a:r>
            <a:endParaRPr lang="en-US" altLang="ko-KR" sz="1199" b="1" spc="-50" dirty="0">
              <a:solidFill>
                <a:srgbClr val="31385B"/>
              </a:solidFill>
              <a:latin typeface="+mn-ea"/>
            </a:endParaRPr>
          </a:p>
        </p:txBody>
      </p:sp>
      <p:sp>
        <p:nvSpPr>
          <p:cNvPr id="260" name="모서리가 둥근 직사각형 259">
            <a:extLst>
              <a:ext uri="{FF2B5EF4-FFF2-40B4-BE49-F238E27FC236}">
                <a16:creationId xmlns:a16="http://schemas.microsoft.com/office/drawing/2014/main" id="{397F379E-B046-BE4F-8524-F0C74059C9DD}"/>
              </a:ext>
            </a:extLst>
          </p:cNvPr>
          <p:cNvSpPr/>
          <p:nvPr/>
        </p:nvSpPr>
        <p:spPr>
          <a:xfrm>
            <a:off x="2913420" y="6802478"/>
            <a:ext cx="2770976" cy="989519"/>
          </a:xfrm>
          <a:prstGeom prst="roundRect">
            <a:avLst>
              <a:gd name="adj" fmla="val 0"/>
            </a:avLst>
          </a:prstGeom>
          <a:noFill/>
          <a:ln w="12700">
            <a:solidFill>
              <a:srgbClr val="DDE0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02407" latinLnBrk="0"/>
            <a:endParaRPr kumimoji="1" lang="ko-KR" altLang="en-US" sz="1100" spc="-50">
              <a:solidFill>
                <a:prstClr val="white"/>
              </a:solidFill>
              <a:latin typeface="+mn-ea"/>
            </a:endParaRPr>
          </a:p>
        </p:txBody>
      </p:sp>
      <p:grpSp>
        <p:nvGrpSpPr>
          <p:cNvPr id="261" name="그룹 260">
            <a:extLst>
              <a:ext uri="{FF2B5EF4-FFF2-40B4-BE49-F238E27FC236}">
                <a16:creationId xmlns:a16="http://schemas.microsoft.com/office/drawing/2014/main" id="{E2D81541-33F6-FA4B-9CA8-C9B1328A7E36}"/>
              </a:ext>
            </a:extLst>
          </p:cNvPr>
          <p:cNvGrpSpPr/>
          <p:nvPr/>
        </p:nvGrpSpPr>
        <p:grpSpPr>
          <a:xfrm>
            <a:off x="2855310" y="5146543"/>
            <a:ext cx="630302" cy="754022"/>
            <a:chOff x="3592743" y="4700973"/>
            <a:chExt cx="630302" cy="754022"/>
          </a:xfrm>
        </p:grpSpPr>
        <p:cxnSp>
          <p:nvCxnSpPr>
            <p:cNvPr id="262" name="직선 연결선[R] 75">
              <a:extLst>
                <a:ext uri="{FF2B5EF4-FFF2-40B4-BE49-F238E27FC236}">
                  <a16:creationId xmlns:a16="http://schemas.microsoft.com/office/drawing/2014/main" id="{E919C17D-84BA-F94C-B181-1DA9C6B2823D}"/>
                </a:ext>
              </a:extLst>
            </p:cNvPr>
            <p:cNvCxnSpPr/>
            <p:nvPr/>
          </p:nvCxnSpPr>
          <p:spPr>
            <a:xfrm>
              <a:off x="4143011" y="4973432"/>
              <a:ext cx="0" cy="481563"/>
            </a:xfrm>
            <a:prstGeom prst="line">
              <a:avLst/>
            </a:prstGeom>
            <a:ln>
              <a:tailEnd type="non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63" name="직선 연결선[R] 76">
              <a:extLst>
                <a:ext uri="{FF2B5EF4-FFF2-40B4-BE49-F238E27FC236}">
                  <a16:creationId xmlns:a16="http://schemas.microsoft.com/office/drawing/2014/main" id="{46EC4104-CF9F-DA45-8FF7-B687D995DDBD}"/>
                </a:ext>
              </a:extLst>
            </p:cNvPr>
            <p:cNvCxnSpPr/>
            <p:nvPr/>
          </p:nvCxnSpPr>
          <p:spPr>
            <a:xfrm>
              <a:off x="3648258" y="4973432"/>
              <a:ext cx="0" cy="481563"/>
            </a:xfrm>
            <a:prstGeom prst="line">
              <a:avLst/>
            </a:prstGeom>
            <a:ln>
              <a:tailEnd type="non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64" name="직선 연결선[R] 77">
              <a:extLst>
                <a:ext uri="{FF2B5EF4-FFF2-40B4-BE49-F238E27FC236}">
                  <a16:creationId xmlns:a16="http://schemas.microsoft.com/office/drawing/2014/main" id="{7A35E3AF-34A4-9249-9615-DE27E4BFFE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61498" y="5103444"/>
              <a:ext cx="469197" cy="0"/>
            </a:xfrm>
            <a:prstGeom prst="line">
              <a:avLst/>
            </a:prstGeom>
            <a:ln>
              <a:prstDash val="dash"/>
              <a:headEnd type="triangle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265" name="TextBox 264">
              <a:extLst>
                <a:ext uri="{FF2B5EF4-FFF2-40B4-BE49-F238E27FC236}">
                  <a16:creationId xmlns:a16="http://schemas.microsoft.com/office/drawing/2014/main" id="{F619C280-3E6F-7342-A25A-1540F782287A}"/>
                </a:ext>
              </a:extLst>
            </p:cNvPr>
            <p:cNvSpPr txBox="1"/>
            <p:nvPr/>
          </p:nvSpPr>
          <p:spPr>
            <a:xfrm>
              <a:off x="3592743" y="4700973"/>
              <a:ext cx="630302" cy="24609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en-US" sz="999" spc="-50" dirty="0">
                  <a:solidFill>
                    <a:srgbClr val="DB814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Distance</a:t>
              </a:r>
              <a:endParaRPr kumimoji="1" lang="ko-Kore-KR" altLang="en-US" sz="999" spc="-50" dirty="0">
                <a:solidFill>
                  <a:srgbClr val="DB8143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66" name="그룹 265">
            <a:extLst>
              <a:ext uri="{FF2B5EF4-FFF2-40B4-BE49-F238E27FC236}">
                <a16:creationId xmlns:a16="http://schemas.microsoft.com/office/drawing/2014/main" id="{E978BA24-EB7F-3846-AD9C-AAE1831AEAD7}"/>
              </a:ext>
            </a:extLst>
          </p:cNvPr>
          <p:cNvGrpSpPr/>
          <p:nvPr/>
        </p:nvGrpSpPr>
        <p:grpSpPr>
          <a:xfrm>
            <a:off x="5117747" y="5139997"/>
            <a:ext cx="630302" cy="754022"/>
            <a:chOff x="3592743" y="4700973"/>
            <a:chExt cx="630302" cy="754022"/>
          </a:xfrm>
        </p:grpSpPr>
        <p:cxnSp>
          <p:nvCxnSpPr>
            <p:cNvPr id="267" name="직선 연결선[R] 81">
              <a:extLst>
                <a:ext uri="{FF2B5EF4-FFF2-40B4-BE49-F238E27FC236}">
                  <a16:creationId xmlns:a16="http://schemas.microsoft.com/office/drawing/2014/main" id="{6BA866D2-ABA6-D349-B437-ACFCF4A58881}"/>
                </a:ext>
              </a:extLst>
            </p:cNvPr>
            <p:cNvCxnSpPr/>
            <p:nvPr/>
          </p:nvCxnSpPr>
          <p:spPr>
            <a:xfrm>
              <a:off x="4143011" y="4973432"/>
              <a:ext cx="0" cy="481563"/>
            </a:xfrm>
            <a:prstGeom prst="line">
              <a:avLst/>
            </a:prstGeom>
            <a:ln>
              <a:tailEnd type="non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68" name="직선 연결선[R] 88">
              <a:extLst>
                <a:ext uri="{FF2B5EF4-FFF2-40B4-BE49-F238E27FC236}">
                  <a16:creationId xmlns:a16="http://schemas.microsoft.com/office/drawing/2014/main" id="{F73FBFC1-3B71-4C47-9A32-EBFF9F1CEAF1}"/>
                </a:ext>
              </a:extLst>
            </p:cNvPr>
            <p:cNvCxnSpPr/>
            <p:nvPr/>
          </p:nvCxnSpPr>
          <p:spPr>
            <a:xfrm>
              <a:off x="3648258" y="4973432"/>
              <a:ext cx="0" cy="481563"/>
            </a:xfrm>
            <a:prstGeom prst="line">
              <a:avLst/>
            </a:prstGeom>
            <a:ln>
              <a:tailEnd type="non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69" name="직선 연결선[R] 89">
              <a:extLst>
                <a:ext uri="{FF2B5EF4-FFF2-40B4-BE49-F238E27FC236}">
                  <a16:creationId xmlns:a16="http://schemas.microsoft.com/office/drawing/2014/main" id="{8D7B32F3-4CA8-3E4C-A5FD-37DCCEA9E08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61498" y="5103444"/>
              <a:ext cx="469197" cy="0"/>
            </a:xfrm>
            <a:prstGeom prst="line">
              <a:avLst/>
            </a:prstGeom>
            <a:ln>
              <a:prstDash val="dash"/>
              <a:headEnd type="triangle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270" name="TextBox 269">
              <a:extLst>
                <a:ext uri="{FF2B5EF4-FFF2-40B4-BE49-F238E27FC236}">
                  <a16:creationId xmlns:a16="http://schemas.microsoft.com/office/drawing/2014/main" id="{1E6D944E-7AE6-D94B-A865-DB48618F8B2F}"/>
                </a:ext>
              </a:extLst>
            </p:cNvPr>
            <p:cNvSpPr txBox="1"/>
            <p:nvPr/>
          </p:nvSpPr>
          <p:spPr>
            <a:xfrm>
              <a:off x="3592743" y="4700973"/>
              <a:ext cx="630302" cy="24609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en-US" sz="999" spc="-50" dirty="0">
                  <a:solidFill>
                    <a:srgbClr val="DB814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Distance</a:t>
              </a:r>
              <a:endParaRPr kumimoji="1" lang="ko-Kore-KR" altLang="en-US" sz="999" spc="-50" dirty="0">
                <a:solidFill>
                  <a:srgbClr val="DB8143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71" name="그룹 270"/>
          <p:cNvGrpSpPr/>
          <p:nvPr/>
        </p:nvGrpSpPr>
        <p:grpSpPr>
          <a:xfrm>
            <a:off x="10907347" y="1059317"/>
            <a:ext cx="742511" cy="841106"/>
            <a:chOff x="9717837" y="4399912"/>
            <a:chExt cx="742511" cy="841106"/>
          </a:xfrm>
        </p:grpSpPr>
        <p:pic>
          <p:nvPicPr>
            <p:cNvPr id="272" name="그림 271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9724871" y="4399912"/>
              <a:ext cx="722910" cy="594000"/>
            </a:xfrm>
            <a:prstGeom prst="rect">
              <a:avLst/>
            </a:prstGeom>
            <a:ln>
              <a:noFill/>
            </a:ln>
          </p:spPr>
        </p:pic>
        <p:sp>
          <p:nvSpPr>
            <p:cNvPr id="273" name="TextBox 272"/>
            <p:cNvSpPr txBox="1"/>
            <p:nvPr/>
          </p:nvSpPr>
          <p:spPr>
            <a:xfrm>
              <a:off x="9717837" y="4979536"/>
              <a:ext cx="742511" cy="261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99" spc="-5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Customer</a:t>
              </a:r>
              <a:endParaRPr lang="en-US" altLang="ko-KR" sz="1099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74" name="그룹 273"/>
          <p:cNvGrpSpPr/>
          <p:nvPr/>
        </p:nvGrpSpPr>
        <p:grpSpPr>
          <a:xfrm>
            <a:off x="9804665" y="1949785"/>
            <a:ext cx="840294" cy="1010255"/>
            <a:chOff x="10780195" y="4399912"/>
            <a:chExt cx="840294" cy="1010255"/>
          </a:xfrm>
        </p:grpSpPr>
        <p:pic>
          <p:nvPicPr>
            <p:cNvPr id="275" name="그림 274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10836121" y="4399912"/>
              <a:ext cx="722910" cy="594000"/>
            </a:xfrm>
            <a:prstGeom prst="rect">
              <a:avLst/>
            </a:prstGeom>
            <a:ln>
              <a:noFill/>
            </a:ln>
          </p:spPr>
        </p:pic>
        <p:sp>
          <p:nvSpPr>
            <p:cNvPr id="276" name="TextBox 275"/>
            <p:cNvSpPr txBox="1"/>
            <p:nvPr/>
          </p:nvSpPr>
          <p:spPr>
            <a:xfrm>
              <a:off x="10780195" y="4979536"/>
              <a:ext cx="840294" cy="4306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99" spc="-5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Linked</a:t>
              </a:r>
              <a:br>
                <a:rPr lang="en-US" altLang="ko-KR" sz="1099" spc="-5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altLang="ko-KR" sz="1099" spc="-5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Companies</a:t>
              </a:r>
              <a:endParaRPr lang="en-US" altLang="ko-KR" sz="1099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77" name="그룹 276"/>
          <p:cNvGrpSpPr/>
          <p:nvPr/>
        </p:nvGrpSpPr>
        <p:grpSpPr>
          <a:xfrm>
            <a:off x="9860591" y="1059317"/>
            <a:ext cx="732680" cy="841106"/>
            <a:chOff x="8213571" y="3415662"/>
            <a:chExt cx="732680" cy="841106"/>
          </a:xfrm>
        </p:grpSpPr>
        <p:pic>
          <p:nvPicPr>
            <p:cNvPr id="278" name="그림 277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8213571" y="3415662"/>
              <a:ext cx="732680" cy="594000"/>
            </a:xfrm>
            <a:prstGeom prst="rect">
              <a:avLst/>
            </a:prstGeom>
            <a:ln>
              <a:noFill/>
            </a:ln>
          </p:spPr>
        </p:pic>
        <p:sp>
          <p:nvSpPr>
            <p:cNvPr id="279" name="TextBox 278"/>
            <p:cNvSpPr txBox="1"/>
            <p:nvPr/>
          </p:nvSpPr>
          <p:spPr>
            <a:xfrm>
              <a:off x="8337181" y="3995286"/>
              <a:ext cx="481222" cy="261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99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Bank</a:t>
              </a:r>
              <a:endParaRPr lang="en-US" altLang="ko-KR" sz="11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</p:grpSp>
      <p:sp>
        <p:nvSpPr>
          <p:cNvPr id="280" name="직사각형 279"/>
          <p:cNvSpPr/>
          <p:nvPr/>
        </p:nvSpPr>
        <p:spPr>
          <a:xfrm>
            <a:off x="8549868" y="597966"/>
            <a:ext cx="3378608" cy="360000"/>
          </a:xfrm>
          <a:prstGeom prst="rect">
            <a:avLst/>
          </a:prstGeom>
          <a:solidFill>
            <a:srgbClr val="3F8D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99" b="1" spc="-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Items</a:t>
            </a:r>
            <a:r>
              <a:rPr lang="ko-KR" altLang="en-US" sz="1199" b="1" spc="-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199" b="1" spc="-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Without a</a:t>
            </a:r>
            <a:r>
              <a:rPr lang="ko-KR" altLang="en-US" sz="1199" b="1" spc="-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199" b="1" spc="-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Link</a:t>
            </a:r>
            <a:endParaRPr lang="ko-KR" altLang="en-US" sz="1199" spc="-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81" name="직선 연결선 280"/>
          <p:cNvCxnSpPr>
            <a:cxnSpLocks/>
          </p:cNvCxnSpPr>
          <p:nvPr/>
        </p:nvCxnSpPr>
        <p:spPr>
          <a:xfrm>
            <a:off x="8550095" y="597966"/>
            <a:ext cx="0" cy="7314134"/>
          </a:xfrm>
          <a:prstGeom prst="line">
            <a:avLst/>
          </a:prstGeom>
          <a:noFill/>
          <a:ln w="12700">
            <a:solidFill>
              <a:srgbClr val="A6A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82" name="그룹 281"/>
          <p:cNvGrpSpPr/>
          <p:nvPr/>
        </p:nvGrpSpPr>
        <p:grpSpPr>
          <a:xfrm>
            <a:off x="3264825" y="3251894"/>
            <a:ext cx="1647264" cy="399600"/>
            <a:chOff x="7148455" y="3554933"/>
            <a:chExt cx="1647264" cy="399600"/>
          </a:xfrm>
        </p:grpSpPr>
        <p:pic>
          <p:nvPicPr>
            <p:cNvPr id="283" name="그림 282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7148455" y="3554933"/>
              <a:ext cx="400889" cy="399600"/>
            </a:xfrm>
            <a:prstGeom prst="rect">
              <a:avLst/>
            </a:prstGeom>
          </p:spPr>
        </p:pic>
        <p:sp>
          <p:nvSpPr>
            <p:cNvPr id="284" name="TextBox 283"/>
            <p:cNvSpPr txBox="1"/>
            <p:nvPr/>
          </p:nvSpPr>
          <p:spPr>
            <a:xfrm>
              <a:off x="7549741" y="3623452"/>
              <a:ext cx="1245978" cy="261482"/>
            </a:xfrm>
            <a:prstGeom prst="rect">
              <a:avLst/>
            </a:prstGeom>
            <a:noFill/>
          </p:spPr>
          <p:txBody>
            <a:bodyPr wrap="none" lIns="36000" rtlCol="0" anchor="ctr">
              <a:spAutoFit/>
            </a:bodyPr>
            <a:lstStyle/>
            <a:p>
              <a:r>
                <a:rPr lang="en-US" altLang="ko-KR" sz="1099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Email </a:t>
              </a:r>
              <a:r>
                <a:rPr lang="en-US" altLang="ko-KR" sz="1099" spc="-5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Transmission</a:t>
              </a:r>
              <a:endParaRPr lang="en-US" altLang="ko-KR" sz="1099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85" name="그룹 284"/>
          <p:cNvGrpSpPr/>
          <p:nvPr/>
        </p:nvGrpSpPr>
        <p:grpSpPr>
          <a:xfrm>
            <a:off x="10804756" y="1949785"/>
            <a:ext cx="947695" cy="1010255"/>
            <a:chOff x="10801580" y="2979079"/>
            <a:chExt cx="947695" cy="1010255"/>
          </a:xfrm>
        </p:grpSpPr>
        <p:pic>
          <p:nvPicPr>
            <p:cNvPr id="286" name="그림 285"/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10911206" y="2979079"/>
              <a:ext cx="722911" cy="594000"/>
            </a:xfrm>
            <a:prstGeom prst="rect">
              <a:avLst/>
            </a:prstGeom>
          </p:spPr>
        </p:pic>
        <p:sp>
          <p:nvSpPr>
            <p:cNvPr id="287" name="TextBox 286"/>
            <p:cNvSpPr txBox="1"/>
            <p:nvPr/>
          </p:nvSpPr>
          <p:spPr>
            <a:xfrm>
              <a:off x="10801580" y="3558703"/>
              <a:ext cx="947695" cy="4306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99" spc="-5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Email</a:t>
              </a:r>
              <a:br>
                <a:rPr lang="en-US" altLang="ko-KR" sz="1099" spc="-5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altLang="ko-KR" sz="1099" spc="-5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Transmission</a:t>
              </a:r>
              <a:endParaRPr lang="en-US" altLang="ko-KR" sz="11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</p:grpSp>
      <p:sp>
        <p:nvSpPr>
          <p:cNvPr id="288" name="TextBox 287"/>
          <p:cNvSpPr txBox="1"/>
          <p:nvPr/>
        </p:nvSpPr>
        <p:spPr>
          <a:xfrm>
            <a:off x="928584" y="4133040"/>
            <a:ext cx="2821088" cy="271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270" indent="-87270">
              <a:lnSpc>
                <a:spcPts val="1399"/>
              </a:lnSpc>
              <a:buFont typeface="Arial" panose="020B0604020202020204" pitchFamily="34" charset="0"/>
              <a:buChar char="•"/>
            </a:pPr>
            <a:r>
              <a:rPr lang="en-US" altLang="ko-KR" sz="900" spc="-5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 it when additional explanation (item list) is needed.</a:t>
            </a:r>
            <a:endParaRPr lang="en-US" altLang="ko-KR" sz="900" spc="-50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9" name="TextBox 288"/>
          <p:cNvSpPr txBox="1"/>
          <p:nvPr/>
        </p:nvSpPr>
        <p:spPr>
          <a:xfrm>
            <a:off x="3711617" y="4144958"/>
            <a:ext cx="3482364" cy="2718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87314" indent="-87314">
              <a:lnSpc>
                <a:spcPts val="1400"/>
              </a:lnSpc>
              <a:buFont typeface="Arial" panose="020B0604020202020204" pitchFamily="34" charset="0"/>
              <a:buChar char="•"/>
            </a:pPr>
            <a:r>
              <a:rPr lang="en-US" altLang="ko-KR" sz="900" spc="-50" dirty="0">
                <a:solidFill>
                  <a:srgbClr val="FF642D"/>
                </a:solidFill>
                <a:latin typeface="+mn-ea"/>
              </a:rPr>
              <a:t>Use it when an additional important explanation (item list) is needed.</a:t>
            </a:r>
          </a:p>
        </p:txBody>
      </p:sp>
      <p:cxnSp>
        <p:nvCxnSpPr>
          <p:cNvPr id="290" name="직선 화살표 연결선 185"/>
          <p:cNvCxnSpPr/>
          <p:nvPr/>
        </p:nvCxnSpPr>
        <p:spPr>
          <a:xfrm>
            <a:off x="278608" y="4555953"/>
            <a:ext cx="512715" cy="0"/>
          </a:xfrm>
          <a:prstGeom prst="straightConnector1">
            <a:avLst/>
          </a:prstGeom>
          <a:ln w="12700">
            <a:solidFill>
              <a:srgbClr val="596075"/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1" name="직선 화살표 연결선 159"/>
          <p:cNvCxnSpPr/>
          <p:nvPr/>
        </p:nvCxnSpPr>
        <p:spPr>
          <a:xfrm>
            <a:off x="278608" y="4257786"/>
            <a:ext cx="512715" cy="4547"/>
          </a:xfrm>
          <a:prstGeom prst="straightConnector1">
            <a:avLst/>
          </a:prstGeom>
          <a:ln w="12700">
            <a:solidFill>
              <a:srgbClr val="596075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2" name="TextBox 291"/>
          <p:cNvSpPr txBox="1"/>
          <p:nvPr/>
        </p:nvSpPr>
        <p:spPr>
          <a:xfrm>
            <a:off x="928585" y="4414559"/>
            <a:ext cx="2302233" cy="2718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ko-KR" sz="900" spc="-50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Use it when additional explanation is needed.</a:t>
            </a:r>
          </a:p>
        </p:txBody>
      </p:sp>
      <p:sp>
        <p:nvSpPr>
          <p:cNvPr id="293" name="TextBox 292"/>
          <p:cNvSpPr txBox="1"/>
          <p:nvPr/>
        </p:nvSpPr>
        <p:spPr>
          <a:xfrm>
            <a:off x="3711617" y="4426477"/>
            <a:ext cx="2940228" cy="2718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ko-KR" sz="900" spc="-50" dirty="0">
                <a:solidFill>
                  <a:srgbClr val="FF642D"/>
                </a:solidFill>
                <a:latin typeface="+mn-ea"/>
              </a:rPr>
              <a:t>Use it when an additional important explanation is needed.</a:t>
            </a:r>
          </a:p>
        </p:txBody>
      </p:sp>
      <p:sp>
        <p:nvSpPr>
          <p:cNvPr id="294" name="모서리가 접힌 도형 293"/>
          <p:cNvSpPr/>
          <p:nvPr/>
        </p:nvSpPr>
        <p:spPr>
          <a:xfrm>
            <a:off x="7337625" y="4193377"/>
            <a:ext cx="975500" cy="482122"/>
          </a:xfrm>
          <a:prstGeom prst="foldedCorner">
            <a:avLst>
              <a:gd name="adj" fmla="val 2038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A8999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108000" rIns="72000" bIns="108000" rtlCol="0" anchor="t"/>
          <a:lstStyle/>
          <a:p>
            <a:r>
              <a:rPr lang="en-US" altLang="ko-KR" sz="900" spc="-50" dirty="0">
                <a:solidFill>
                  <a:srgbClr val="7F7F7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Memo (Non-Recommendable)</a:t>
            </a:r>
            <a:endParaRPr lang="en-US" altLang="ko-KR" sz="900" spc="-50" dirty="0">
              <a:solidFill>
                <a:srgbClr val="7F7F7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5" name="직사각형 294"/>
          <p:cNvSpPr/>
          <p:nvPr/>
        </p:nvSpPr>
        <p:spPr>
          <a:xfrm>
            <a:off x="8549868" y="3065458"/>
            <a:ext cx="3378608" cy="360000"/>
          </a:xfrm>
          <a:prstGeom prst="rect">
            <a:avLst/>
          </a:prstGeom>
          <a:solidFill>
            <a:srgbClr val="3F8D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99" b="1" spc="-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Other Items</a:t>
            </a:r>
            <a:endParaRPr lang="ko-KR" altLang="en-US" sz="1199" spc="-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96" name="그룹 295"/>
          <p:cNvGrpSpPr/>
          <p:nvPr/>
        </p:nvGrpSpPr>
        <p:grpSpPr>
          <a:xfrm>
            <a:off x="338796" y="3210871"/>
            <a:ext cx="723392" cy="398520"/>
            <a:chOff x="328342" y="3842965"/>
            <a:chExt cx="723392" cy="398520"/>
          </a:xfrm>
        </p:grpSpPr>
        <p:pic>
          <p:nvPicPr>
            <p:cNvPr id="297" name="그림 296"/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328342" y="3842965"/>
              <a:ext cx="398213" cy="398520"/>
            </a:xfrm>
            <a:prstGeom prst="rect">
              <a:avLst/>
            </a:prstGeom>
          </p:spPr>
        </p:pic>
        <p:sp>
          <p:nvSpPr>
            <p:cNvPr id="298" name="TextBox 297"/>
            <p:cNvSpPr txBox="1"/>
            <p:nvPr/>
          </p:nvSpPr>
          <p:spPr>
            <a:xfrm>
              <a:off x="732292" y="3912934"/>
              <a:ext cx="319442" cy="261610"/>
            </a:xfrm>
            <a:prstGeom prst="rect">
              <a:avLst/>
            </a:prstGeom>
            <a:noFill/>
          </p:spPr>
          <p:txBody>
            <a:bodyPr wrap="none" lIns="36000" rtlCol="0" anchor="ctr">
              <a:spAutoFit/>
            </a:bodyPr>
            <a:lstStyle/>
            <a:p>
              <a:r>
                <a:rPr lang="en-US" altLang="ko-KR" sz="11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File</a:t>
              </a:r>
            </a:p>
          </p:txBody>
        </p:sp>
      </p:grpSp>
      <p:grpSp>
        <p:nvGrpSpPr>
          <p:cNvPr id="299" name="그룹 298"/>
          <p:cNvGrpSpPr/>
          <p:nvPr/>
        </p:nvGrpSpPr>
        <p:grpSpPr>
          <a:xfrm>
            <a:off x="1820470" y="3222990"/>
            <a:ext cx="752131" cy="398520"/>
            <a:chOff x="1810015" y="3855084"/>
            <a:chExt cx="752131" cy="398520"/>
          </a:xfrm>
        </p:grpSpPr>
        <p:pic>
          <p:nvPicPr>
            <p:cNvPr id="300" name="그림 299"/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1810015" y="3855084"/>
              <a:ext cx="398213" cy="398520"/>
            </a:xfrm>
            <a:prstGeom prst="rect">
              <a:avLst/>
            </a:prstGeom>
          </p:spPr>
        </p:pic>
        <p:sp>
          <p:nvSpPr>
            <p:cNvPr id="301" name="TextBox 300"/>
            <p:cNvSpPr txBox="1"/>
            <p:nvPr/>
          </p:nvSpPr>
          <p:spPr>
            <a:xfrm>
              <a:off x="2199423" y="3912934"/>
              <a:ext cx="362723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36000" rtlCol="0" anchor="ctr">
              <a:spAutoFit/>
            </a:bodyPr>
            <a:lstStyle/>
            <a:p>
              <a:r>
                <a:rPr lang="en-US" altLang="ko-KR" sz="11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URL</a:t>
              </a:r>
            </a:p>
          </p:txBody>
        </p:sp>
      </p:grpSp>
      <p:grpSp>
        <p:nvGrpSpPr>
          <p:cNvPr id="302" name="그룹 301"/>
          <p:cNvGrpSpPr/>
          <p:nvPr/>
        </p:nvGrpSpPr>
        <p:grpSpPr>
          <a:xfrm>
            <a:off x="8772907" y="3600968"/>
            <a:ext cx="718725" cy="833406"/>
            <a:chOff x="8877006" y="4123461"/>
            <a:chExt cx="718725" cy="833406"/>
          </a:xfrm>
        </p:grpSpPr>
        <p:pic>
          <p:nvPicPr>
            <p:cNvPr id="303" name="그림 302"/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8877006" y="4123461"/>
              <a:ext cx="718725" cy="592920"/>
            </a:xfrm>
            <a:prstGeom prst="rect">
              <a:avLst/>
            </a:prstGeom>
          </p:spPr>
        </p:pic>
        <p:sp>
          <p:nvSpPr>
            <p:cNvPr id="304" name="TextBox 303"/>
            <p:cNvSpPr txBox="1"/>
            <p:nvPr/>
          </p:nvSpPr>
          <p:spPr>
            <a:xfrm>
              <a:off x="9054278" y="4695257"/>
              <a:ext cx="37542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1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File</a:t>
              </a:r>
            </a:p>
          </p:txBody>
        </p:sp>
      </p:grpSp>
      <p:grpSp>
        <p:nvGrpSpPr>
          <p:cNvPr id="305" name="그룹 304"/>
          <p:cNvGrpSpPr/>
          <p:nvPr/>
        </p:nvGrpSpPr>
        <p:grpSpPr>
          <a:xfrm>
            <a:off x="9471435" y="3604682"/>
            <a:ext cx="718725" cy="839492"/>
            <a:chOff x="9933649" y="4127175"/>
            <a:chExt cx="718725" cy="839492"/>
          </a:xfrm>
        </p:grpSpPr>
        <p:pic>
          <p:nvPicPr>
            <p:cNvPr id="306" name="그림 305"/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9933649" y="4127175"/>
              <a:ext cx="718725" cy="592920"/>
            </a:xfrm>
            <a:prstGeom prst="rect">
              <a:avLst/>
            </a:prstGeom>
          </p:spPr>
        </p:pic>
        <p:sp>
          <p:nvSpPr>
            <p:cNvPr id="307" name="TextBox 306"/>
            <p:cNvSpPr txBox="1"/>
            <p:nvPr/>
          </p:nvSpPr>
          <p:spPr>
            <a:xfrm>
              <a:off x="10086426" y="4705057"/>
              <a:ext cx="418705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1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URL</a:t>
              </a: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77C1BE3E-E21B-4041-8486-17BA1FB7B1D4}"/>
              </a:ext>
            </a:extLst>
          </p:cNvPr>
          <p:cNvGrpSpPr/>
          <p:nvPr/>
        </p:nvGrpSpPr>
        <p:grpSpPr>
          <a:xfrm>
            <a:off x="10175094" y="3604682"/>
            <a:ext cx="973344" cy="847994"/>
            <a:chOff x="13617642" y="2757718"/>
            <a:chExt cx="973344" cy="847994"/>
          </a:xfrm>
        </p:grpSpPr>
        <p:pic>
          <p:nvPicPr>
            <p:cNvPr id="2" name="그래픽 1">
              <a:extLst>
                <a:ext uri="{FF2B5EF4-FFF2-40B4-BE49-F238E27FC236}">
                  <a16:creationId xmlns:a16="http://schemas.microsoft.com/office/drawing/2014/main" id="{3A722E1E-03AB-42AF-B63E-23ECB3085C1A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96DAC541-7B7A-43D3-8B79-37D633B846F1}">
                  <asvg:svgBlip xmlns=""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13803253" y="2757718"/>
              <a:ext cx="724680" cy="592920"/>
            </a:xfrm>
            <a:prstGeom prst="rect">
              <a:avLst/>
            </a:prstGeom>
          </p:spPr>
        </p:pic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21924A2E-EB32-4D2A-A4DD-9AAF04FB8E20}"/>
                </a:ext>
              </a:extLst>
            </p:cNvPr>
            <p:cNvSpPr txBox="1"/>
            <p:nvPr/>
          </p:nvSpPr>
          <p:spPr>
            <a:xfrm>
              <a:off x="13617642" y="3344230"/>
              <a:ext cx="973344" cy="261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99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Mobile Inquiry</a:t>
              </a:r>
              <a:endParaRPr lang="en-US" altLang="ko-KR" sz="1099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689454F3-E699-45F9-B713-37B967AABA44}"/>
              </a:ext>
            </a:extLst>
          </p:cNvPr>
          <p:cNvGrpSpPr/>
          <p:nvPr/>
        </p:nvGrpSpPr>
        <p:grpSpPr>
          <a:xfrm>
            <a:off x="9525020" y="4636596"/>
            <a:ext cx="891591" cy="1017143"/>
            <a:chOff x="12734399" y="2757718"/>
            <a:chExt cx="891591" cy="1017143"/>
          </a:xfrm>
        </p:grpSpPr>
        <p:pic>
          <p:nvPicPr>
            <p:cNvPr id="5" name="그래픽 4">
              <a:extLst>
                <a:ext uri="{FF2B5EF4-FFF2-40B4-BE49-F238E27FC236}">
                  <a16:creationId xmlns:a16="http://schemas.microsoft.com/office/drawing/2014/main" id="{A6C5CFCB-48BA-458A-B32A-C88D21D7A9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>
              <a:extLst>
                <a:ext uri="{96DAC541-7B7A-43D3-8B79-37D633B846F1}">
                  <asvg:svgBlip xmlns="" xmlns:asvg="http://schemas.microsoft.com/office/drawing/2016/SVG/main" r:embed="rId29"/>
                </a:ext>
              </a:extLst>
            </a:blip>
            <a:stretch>
              <a:fillRect/>
            </a:stretch>
          </p:blipFill>
          <p:spPr>
            <a:xfrm>
              <a:off x="12879134" y="2757718"/>
              <a:ext cx="724680" cy="592920"/>
            </a:xfrm>
            <a:prstGeom prst="rect">
              <a:avLst/>
            </a:prstGeom>
          </p:spPr>
        </p:pic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B71EBF81-A86A-4407-9DA1-CA7B94CC1EA0}"/>
                </a:ext>
              </a:extLst>
            </p:cNvPr>
            <p:cNvSpPr txBox="1"/>
            <p:nvPr/>
          </p:nvSpPr>
          <p:spPr>
            <a:xfrm>
              <a:off x="12734399" y="3344230"/>
              <a:ext cx="891591" cy="4306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99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Mobile Entry</a:t>
              </a:r>
            </a:p>
            <a:p>
              <a:pPr algn="ctr"/>
              <a:r>
                <a:rPr lang="en-US" altLang="ko-KR" sz="1099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Only</a:t>
              </a:r>
              <a:endParaRPr lang="en-US" altLang="ko-KR" sz="1099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DB4B502F-D871-47EA-9FE4-82073C7AC98F}"/>
              </a:ext>
            </a:extLst>
          </p:cNvPr>
          <p:cNvGrpSpPr/>
          <p:nvPr/>
        </p:nvGrpSpPr>
        <p:grpSpPr>
          <a:xfrm>
            <a:off x="11139609" y="3604682"/>
            <a:ext cx="891591" cy="847994"/>
            <a:chOff x="14813899" y="2757718"/>
            <a:chExt cx="891591" cy="847994"/>
          </a:xfrm>
        </p:grpSpPr>
        <p:pic>
          <p:nvPicPr>
            <p:cNvPr id="3" name="그래픽 2">
              <a:extLst>
                <a:ext uri="{FF2B5EF4-FFF2-40B4-BE49-F238E27FC236}">
                  <a16:creationId xmlns:a16="http://schemas.microsoft.com/office/drawing/2014/main" id="{8CE31803-DD72-4303-95D7-581185D1B2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>
              <a:extLst>
                <a:ext uri="{96DAC541-7B7A-43D3-8B79-37D633B846F1}">
                  <asvg:svgBlip xmlns=""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14958635" y="2757718"/>
              <a:ext cx="724680" cy="592920"/>
            </a:xfrm>
            <a:prstGeom prst="rect">
              <a:avLst/>
            </a:prstGeom>
          </p:spPr>
        </p:pic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96D47E38-A0F6-4EC9-B35C-6B22E0BDDCD6}"/>
                </a:ext>
              </a:extLst>
            </p:cNvPr>
            <p:cNvSpPr txBox="1"/>
            <p:nvPr/>
          </p:nvSpPr>
          <p:spPr>
            <a:xfrm>
              <a:off x="14813899" y="3344230"/>
              <a:ext cx="891591" cy="261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99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Mobile Entry</a:t>
              </a:r>
              <a:endParaRPr lang="en-US" altLang="ko-KR" sz="1099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C4741A16-823F-405B-AEC6-741374BAF31A}"/>
              </a:ext>
            </a:extLst>
          </p:cNvPr>
          <p:cNvGrpSpPr/>
          <p:nvPr/>
        </p:nvGrpSpPr>
        <p:grpSpPr>
          <a:xfrm>
            <a:off x="8568681" y="4636596"/>
            <a:ext cx="973344" cy="1017143"/>
            <a:chOff x="15854751" y="2757718"/>
            <a:chExt cx="973344" cy="1017143"/>
          </a:xfrm>
        </p:grpSpPr>
        <p:pic>
          <p:nvPicPr>
            <p:cNvPr id="4" name="그래픽 3">
              <a:extLst>
                <a:ext uri="{FF2B5EF4-FFF2-40B4-BE49-F238E27FC236}">
                  <a16:creationId xmlns:a16="http://schemas.microsoft.com/office/drawing/2014/main" id="{D37F7533-854A-49DD-B90E-83B44C0CC6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>
              <a:extLst>
                <a:ext uri="{96DAC541-7B7A-43D3-8B79-37D633B846F1}">
                  <asvg:svgBlip xmlns="" xmlns:asvg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16040363" y="2757718"/>
              <a:ext cx="724680" cy="592920"/>
            </a:xfrm>
            <a:prstGeom prst="rect">
              <a:avLst/>
            </a:prstGeom>
          </p:spPr>
        </p:pic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D21AB586-21A3-4F13-9658-7F374BBCBAFC}"/>
                </a:ext>
              </a:extLst>
            </p:cNvPr>
            <p:cNvSpPr txBox="1"/>
            <p:nvPr/>
          </p:nvSpPr>
          <p:spPr>
            <a:xfrm>
              <a:off x="15854751" y="3344230"/>
              <a:ext cx="973344" cy="4306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99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Mobile Inquiry</a:t>
              </a:r>
            </a:p>
            <a:p>
              <a:pPr algn="ctr"/>
              <a:r>
                <a:rPr lang="en-US" altLang="ko-KR" sz="1099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Only</a:t>
              </a:r>
              <a:endParaRPr lang="en-US" altLang="ko-KR" sz="1099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944439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157</Words>
  <Application>Microsoft Office PowerPoint</Application>
  <PresentationFormat>사용자 지정</PresentationFormat>
  <Paragraphs>53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Meiryo UI</vt:lpstr>
      <vt:lpstr>맑은 고딕</vt:lpstr>
      <vt:lpstr>Arial</vt:lpstr>
      <vt:lpstr>Calibri</vt:lpstr>
      <vt:lpstr>Calibri Light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2021-11-15T07:03:37Z</dcterms:created>
  <dcterms:modified xsi:type="dcterms:W3CDTF">2021-12-07T23:44:22Z</dcterms:modified>
</cp:coreProperties>
</file>