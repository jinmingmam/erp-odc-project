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4"/>
  </p:notesMasterIdLst>
  <p:sldIdLst>
    <p:sldId id="258" r:id="rId2"/>
    <p:sldId id="257" r:id="rId3"/>
  </p:sldIdLst>
  <p:sldSz cx="14065250" cy="7912100"/>
  <p:notesSz cx="6858000" cy="91440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87" d="100"/>
          <a:sy n="87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D6C64-AB23-47C3-9112-519D8100EF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0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991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697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9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2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655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755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361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458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983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035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14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84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05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26" Type="http://schemas.openxmlformats.org/officeDocument/2006/relationships/image" Target="../media/image24.png"/><Relationship Id="rId3" Type="http://schemas.openxmlformats.org/officeDocument/2006/relationships/image" Target="../media/image2.emf"/><Relationship Id="rId21" Type="http://schemas.openxmlformats.org/officeDocument/2006/relationships/image" Target="../media/image19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5" Type="http://schemas.openxmlformats.org/officeDocument/2006/relationships/image" Target="../media/image23.emf"/><Relationship Id="rId33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24" Type="http://schemas.openxmlformats.org/officeDocument/2006/relationships/image" Target="../media/image22.emf"/><Relationship Id="rId32" Type="http://schemas.openxmlformats.org/officeDocument/2006/relationships/image" Target="../media/image30.png"/><Relationship Id="rId5" Type="http://schemas.openxmlformats.org/officeDocument/2006/relationships/image" Target="../media/image3.emf"/><Relationship Id="rId15" Type="http://schemas.openxmlformats.org/officeDocument/2006/relationships/image" Target="../media/image13.emf"/><Relationship Id="rId23" Type="http://schemas.openxmlformats.org/officeDocument/2006/relationships/image" Target="../media/image21.emf"/><Relationship Id="rId28" Type="http://schemas.openxmlformats.org/officeDocument/2006/relationships/image" Target="../media/image26.png"/><Relationship Id="rId10" Type="http://schemas.openxmlformats.org/officeDocument/2006/relationships/image" Target="../media/image8.emf"/><Relationship Id="rId19" Type="http://schemas.openxmlformats.org/officeDocument/2006/relationships/image" Target="../media/image17.emf"/><Relationship Id="rId31" Type="http://schemas.openxmlformats.org/officeDocument/2006/relationships/image" Target="../media/image29.svg"/><Relationship Id="rId4" Type="http://schemas.openxmlformats.org/officeDocument/2006/relationships/image" Target="../media/image1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Relationship Id="rId22" Type="http://schemas.openxmlformats.org/officeDocument/2006/relationships/image" Target="../media/image20.emf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8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9D5DBC8-AF92-8CE6-718F-4C19A718A2F8}"/>
              </a:ext>
            </a:extLst>
          </p:cNvPr>
          <p:cNvGrpSpPr/>
          <p:nvPr/>
        </p:nvGrpSpPr>
        <p:grpSpPr>
          <a:xfrm>
            <a:off x="1736341" y="970301"/>
            <a:ext cx="1076578" cy="945018"/>
            <a:chOff x="1594429" y="1976997"/>
            <a:chExt cx="933194" cy="81915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028C52B-8062-4C8E-053C-9E9AFDCA5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62FF7E8-693D-3AD6-9B01-F50CAD1CC0E0}"/>
                </a:ext>
              </a:extLst>
            </p:cNvPr>
            <p:cNvSpPr txBox="1"/>
            <p:nvPr/>
          </p:nvSpPr>
          <p:spPr>
            <a:xfrm>
              <a:off x="1594429" y="2546821"/>
              <a:ext cx="933194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Format MNG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2198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2"/>
          <p:cNvSpPr txBox="1">
            <a:spLocks/>
          </p:cNvSpPr>
          <p:nvPr/>
        </p:nvSpPr>
        <p:spPr>
          <a:xfrm>
            <a:off x="354173" y="-385033"/>
            <a:ext cx="13422447" cy="629684"/>
          </a:xfrm>
          <a:prstGeom prst="rect">
            <a:avLst/>
          </a:prstGeom>
        </p:spPr>
        <p:txBody>
          <a:bodyPr/>
          <a:lstStyle>
            <a:lvl1pPr algn="l" defTabSz="1051103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5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75" b="1" spc="-58" dirty="0">
                <a:solidFill>
                  <a:srgbClr val="3E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Menu Items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10051664" y="614246"/>
            <a:ext cx="1056892" cy="944826"/>
            <a:chOff x="224995" y="1976997"/>
            <a:chExt cx="916132" cy="818991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1" y="1976997"/>
              <a:ext cx="728438" cy="59292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224995" y="2546821"/>
              <a:ext cx="916132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88402" y="705896"/>
            <a:ext cx="1221616" cy="945018"/>
            <a:chOff x="1531566" y="1976997"/>
            <a:chExt cx="1058918" cy="819158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31566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1430473" y="705896"/>
            <a:ext cx="1221616" cy="945018"/>
            <a:chOff x="2909531" y="1976997"/>
            <a:chExt cx="1058918" cy="819158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2909531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772544" y="705896"/>
            <a:ext cx="1221616" cy="945018"/>
            <a:chOff x="4287495" y="1976997"/>
            <a:chExt cx="1058918" cy="819158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2733" y="1976997"/>
              <a:ext cx="728438" cy="59292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4287495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114614" y="705896"/>
            <a:ext cx="1221616" cy="945018"/>
            <a:chOff x="5665459" y="1976997"/>
            <a:chExt cx="1058918" cy="819158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697" y="1976997"/>
              <a:ext cx="728438" cy="59292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5665459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456685" y="705896"/>
            <a:ext cx="1221616" cy="945018"/>
            <a:chOff x="7043423" y="1976997"/>
            <a:chExt cx="1058918" cy="819158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8661" y="1976997"/>
              <a:ext cx="728438" cy="59292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7043423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0159935" y="1641531"/>
            <a:ext cx="840360" cy="944826"/>
            <a:chOff x="8586627" y="1976997"/>
            <a:chExt cx="728438" cy="818991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27" y="1976997"/>
              <a:ext cx="728438" cy="5929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621921" y="2546821"/>
              <a:ext cx="657850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6824162" y="533467"/>
            <a:ext cx="1256320" cy="1304037"/>
            <a:chOff x="8547517" y="5179947"/>
            <a:chExt cx="1089000" cy="1130362"/>
          </a:xfrm>
        </p:grpSpPr>
        <p:sp>
          <p:nvSpPr>
            <p:cNvPr id="123" name="순서도: 연결자 122"/>
            <p:cNvSpPr>
              <a:spLocks noChangeAspect="1"/>
            </p:cNvSpPr>
            <p:nvPr/>
          </p:nvSpPr>
          <p:spPr>
            <a:xfrm>
              <a:off x="8547517" y="5179947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73368" y="5715173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11413" y="5383641"/>
              <a:ext cx="361209" cy="361487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8251757" y="533467"/>
            <a:ext cx="1256320" cy="1304037"/>
            <a:chOff x="6236166" y="6769212"/>
            <a:chExt cx="1089000" cy="1130362"/>
          </a:xfrm>
        </p:grpSpPr>
        <p:sp>
          <p:nvSpPr>
            <p:cNvPr id="127" name="순서도: 연결자 126"/>
            <p:cNvSpPr>
              <a:spLocks noChangeAspect="1"/>
            </p:cNvSpPr>
            <p:nvPr/>
          </p:nvSpPr>
          <p:spPr>
            <a:xfrm>
              <a:off x="6236166" y="6769212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262017" y="7323705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96049" y="6960984"/>
              <a:ext cx="369235" cy="377554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84329" y="2530597"/>
            <a:ext cx="1605675" cy="459751"/>
            <a:chOff x="1312732" y="4491037"/>
            <a:chExt cx="1391827" cy="398520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710945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5461976" y="2530597"/>
            <a:ext cx="1465893" cy="459751"/>
            <a:chOff x="3112849" y="4491037"/>
            <a:chExt cx="1270661" cy="39852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2849" y="4491037"/>
              <a:ext cx="398213" cy="39852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3511062" y="4565714"/>
              <a:ext cx="872448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076879" y="2530597"/>
            <a:ext cx="1605675" cy="459751"/>
            <a:chOff x="4912966" y="4491037"/>
            <a:chExt cx="1391827" cy="398520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12966" y="4491037"/>
              <a:ext cx="398213" cy="398520"/>
            </a:xfrm>
            <a:prstGeom prst="rect">
              <a:avLst/>
            </a:prstGeom>
          </p:spPr>
        </p:pic>
        <p:sp>
          <p:nvSpPr>
            <p:cNvPr id="138" name="TextBox 137"/>
            <p:cNvSpPr txBox="1"/>
            <p:nvPr/>
          </p:nvSpPr>
          <p:spPr>
            <a:xfrm>
              <a:off x="5311179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3769428" y="2530597"/>
            <a:ext cx="1605675" cy="459751"/>
            <a:chOff x="6713083" y="4491037"/>
            <a:chExt cx="1391827" cy="398520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3083" y="4491037"/>
              <a:ext cx="398213" cy="39852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111296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858643" y="2530597"/>
            <a:ext cx="1171471" cy="459751"/>
            <a:chOff x="8513200" y="4491037"/>
            <a:chExt cx="1015451" cy="398520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513200" y="4491037"/>
              <a:ext cx="398213" cy="39852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914486" y="4565714"/>
              <a:ext cx="614165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221603" y="82010"/>
            <a:ext cx="9641916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Type1. Process Items  </a:t>
            </a:r>
            <a:r>
              <a:rPr lang="en-US" altLang="ko-KR" sz="1383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Items used for displaying the main process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30000" y="2046076"/>
            <a:ext cx="9641916" cy="415313"/>
          </a:xfrm>
          <a:prstGeom prst="rect">
            <a:avLst/>
          </a:prstGeom>
          <a:solidFill>
            <a:srgbClr val="7E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Type2.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현황용 아이템 </a:t>
            </a:r>
            <a:r>
              <a:rPr lang="en-US" altLang="ko-KR" sz="1384" spc="-58">
                <a:solidFill>
                  <a:schemeClr val="bg1"/>
                </a:solidFill>
                <a:latin typeface="+mn-ea"/>
              </a:rPr>
              <a:t>– </a:t>
            </a:r>
            <a:r>
              <a:rPr lang="ko-KR" altLang="en-US" sz="1384" spc="-58">
                <a:solidFill>
                  <a:schemeClr val="bg1"/>
                </a:solidFill>
                <a:latin typeface="+mn-ea"/>
              </a:rPr>
              <a:t>프로세스에 포함되지 않는 부가적인 아이템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230001" y="4915507"/>
            <a:ext cx="9641916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Type4. Group 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a process</a:t>
            </a:r>
            <a:endParaRPr lang="ko-KR" altLang="en-US" sz="1383" b="1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230001" y="3641746"/>
            <a:ext cx="9641917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Type3.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기타 아이템</a:t>
            </a:r>
          </a:p>
        </p:txBody>
      </p:sp>
      <p:sp>
        <p:nvSpPr>
          <p:cNvPr id="246" name="갈매기형 수장 245"/>
          <p:cNvSpPr/>
          <p:nvPr/>
        </p:nvSpPr>
        <p:spPr>
          <a:xfrm rot="5400000">
            <a:off x="406062" y="5633070"/>
            <a:ext cx="1544963" cy="1453594"/>
          </a:xfrm>
          <a:prstGeom prst="chevron">
            <a:avLst>
              <a:gd name="adj" fmla="val 30271"/>
            </a:avLst>
          </a:prstGeom>
          <a:solidFill>
            <a:srgbClr val="E0D4ED"/>
          </a:solidFill>
          <a:ln w="6350">
            <a:solidFill>
              <a:srgbClr val="E0D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268" b="1" spc="-58" dirty="0">
              <a:solidFill>
                <a:srgbClr val="764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451747" y="7239821"/>
            <a:ext cx="1453594" cy="1121344"/>
          </a:xfrm>
          <a:prstGeom prst="roundRect">
            <a:avLst>
              <a:gd name="adj" fmla="val 0"/>
            </a:avLst>
          </a:prstGeom>
          <a:solidFill>
            <a:srgbClr val="E0D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+mn-ea"/>
                <a:cs typeface="Meiryo UI" panose="020B0604030504040204" pitchFamily="34" charset="-128"/>
              </a:rPr>
              <a:t>Settings</a:t>
            </a:r>
            <a:endParaRPr lang="ko-KR" altLang="en-US" sz="1268" b="1" spc="-58" dirty="0">
              <a:solidFill>
                <a:srgbClr val="764FA3"/>
              </a:solidFill>
              <a:latin typeface="+mn-ea"/>
              <a:cs typeface="Meiryo UI" panose="020B0604030504040204" pitchFamily="34" charset="-128"/>
            </a:endParaRPr>
          </a:p>
        </p:txBody>
      </p:sp>
      <p:sp>
        <p:nvSpPr>
          <p:cNvPr id="248" name="모서리가 둥근 직사각형 24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3349667" y="5808417"/>
            <a:ext cx="3196726" cy="89631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9EC6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3942971" y="5583386"/>
            <a:ext cx="2010113" cy="415313"/>
          </a:xfrm>
          <a:prstGeom prst="roundRect">
            <a:avLst>
              <a:gd name="adj" fmla="val 5000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Group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6625664" y="7253350"/>
            <a:ext cx="2091942" cy="632969"/>
          </a:xfrm>
          <a:prstGeom prst="roundRect">
            <a:avLst>
              <a:gd name="adj" fmla="val 0"/>
            </a:avLst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852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6795332" y="7339959"/>
            <a:ext cx="1810538" cy="459751"/>
            <a:chOff x="1312732" y="4491037"/>
            <a:chExt cx="1569405" cy="398520"/>
          </a:xfrm>
        </p:grpSpPr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1710945" y="4559492"/>
              <a:ext cx="1171192" cy="249167"/>
            </a:xfrm>
            <a:prstGeom prst="rect">
              <a:avLst/>
            </a:prstGeom>
            <a:noFill/>
          </p:spPr>
          <p:txBody>
            <a:bodyPr wrap="none" lIns="41531" rtlCol="0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Color </a:t>
              </a:r>
            </a:p>
          </p:txBody>
        </p:sp>
      </p:grpSp>
      <p:sp>
        <p:nvSpPr>
          <p:cNvPr id="254" name="모서리가 둥근 직사각형 253"/>
          <p:cNvSpPr/>
          <p:nvPr/>
        </p:nvSpPr>
        <p:spPr>
          <a:xfrm>
            <a:off x="6778041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1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265470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E2F3E2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2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6778041" y="5992033"/>
            <a:ext cx="1475904" cy="712698"/>
          </a:xfrm>
          <a:prstGeom prst="rect">
            <a:avLst/>
          </a:prstGeom>
          <a:solidFill>
            <a:srgbClr val="3F8D3E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93" spc="-58"/>
          </a:p>
        </p:txBody>
      </p:sp>
      <p:sp>
        <p:nvSpPr>
          <p:cNvPr id="257" name="직사각형 256"/>
          <p:cNvSpPr/>
          <p:nvPr/>
        </p:nvSpPr>
        <p:spPr>
          <a:xfrm>
            <a:off x="1909825" y="5583386"/>
            <a:ext cx="1189898" cy="1121344"/>
          </a:xfrm>
          <a:prstGeom prst="rect">
            <a:avLst/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451748" y="7239821"/>
            <a:ext cx="2647975" cy="11213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949DFF8-F529-C64E-85A5-6902A1227E05}"/>
              </a:ext>
            </a:extLst>
          </p:cNvPr>
          <p:cNvSpPr/>
          <p:nvPr/>
        </p:nvSpPr>
        <p:spPr>
          <a:xfrm>
            <a:off x="3361057" y="7239821"/>
            <a:ext cx="1676396" cy="1141554"/>
          </a:xfrm>
          <a:prstGeom prst="rect">
            <a:avLst/>
          </a:prstGeom>
          <a:solidFill>
            <a:srgbClr val="DC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325"/>
            <a:r>
              <a:rPr lang="en-US" altLang="ko-KR" sz="1383" b="1" spc="-58" dirty="0">
                <a:solidFill>
                  <a:srgbClr val="31385B"/>
                </a:solidFill>
                <a:latin typeface="+mn-ea"/>
              </a:rPr>
              <a:t>Status</a:t>
            </a: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397F379E-B046-BE4F-8524-F0C74059C9DD}"/>
              </a:ext>
            </a:extLst>
          </p:cNvPr>
          <p:cNvSpPr/>
          <p:nvPr/>
        </p:nvSpPr>
        <p:spPr>
          <a:xfrm>
            <a:off x="3361055" y="7239821"/>
            <a:ext cx="3196725" cy="114155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DD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2D81541-33F6-FA4B-9CA8-C9B1328A7E36}"/>
              </a:ext>
            </a:extLst>
          </p:cNvPr>
          <p:cNvGrpSpPr/>
          <p:nvPr/>
        </p:nvGrpSpPr>
        <p:grpSpPr>
          <a:xfrm>
            <a:off x="3308073" y="5329457"/>
            <a:ext cx="699038" cy="869874"/>
            <a:chOff x="3604925" y="4700973"/>
            <a:chExt cx="605938" cy="754022"/>
          </a:xfrm>
        </p:grpSpPr>
        <p:cxnSp>
          <p:nvCxnSpPr>
            <p:cNvPr id="262" name="직선 연결선[R] 75">
              <a:extLst>
                <a:ext uri="{FF2B5EF4-FFF2-40B4-BE49-F238E27FC236}">
                  <a16:creationId xmlns:a16="http://schemas.microsoft.com/office/drawing/2014/main" id="{E919C17D-84BA-F94C-B181-1DA9C6B2823D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3" name="직선 연결선[R] 76">
              <a:extLst>
                <a:ext uri="{FF2B5EF4-FFF2-40B4-BE49-F238E27FC236}">
                  <a16:creationId xmlns:a16="http://schemas.microsoft.com/office/drawing/2014/main" id="{46EC4104-CF9F-DA45-8FF7-B687D995DDBD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직선 연결선[R] 77">
              <a:extLst>
                <a:ext uri="{FF2B5EF4-FFF2-40B4-BE49-F238E27FC236}">
                  <a16:creationId xmlns:a16="http://schemas.microsoft.com/office/drawing/2014/main" id="{7A35E3AF-34A4-9249-9615-DE27E4BFF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619C280-3E6F-7342-A25A-1540F782287A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978BA24-EB7F-3846-AD9C-AAE1831AEAD7}"/>
              </a:ext>
            </a:extLst>
          </p:cNvPr>
          <p:cNvGrpSpPr/>
          <p:nvPr/>
        </p:nvGrpSpPr>
        <p:grpSpPr>
          <a:xfrm>
            <a:off x="5918124" y="5321906"/>
            <a:ext cx="699038" cy="869874"/>
            <a:chOff x="3604925" y="4700973"/>
            <a:chExt cx="605938" cy="754022"/>
          </a:xfrm>
        </p:grpSpPr>
        <p:cxnSp>
          <p:nvCxnSpPr>
            <p:cNvPr id="267" name="직선 연결선[R] 81">
              <a:extLst>
                <a:ext uri="{FF2B5EF4-FFF2-40B4-BE49-F238E27FC236}">
                  <a16:creationId xmlns:a16="http://schemas.microsoft.com/office/drawing/2014/main" id="{6BA866D2-ABA6-D349-B437-ACFCF4A58881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8" name="직선 연결선[R] 88">
              <a:extLst>
                <a:ext uri="{FF2B5EF4-FFF2-40B4-BE49-F238E27FC236}">
                  <a16:creationId xmlns:a16="http://schemas.microsoft.com/office/drawing/2014/main" id="{F73FBFC1-3B71-4C47-9A32-EBFF9F1CEAF1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9" name="직선 연결선[R] 89">
              <a:extLst>
                <a:ext uri="{FF2B5EF4-FFF2-40B4-BE49-F238E27FC236}">
                  <a16:creationId xmlns:a16="http://schemas.microsoft.com/office/drawing/2014/main" id="{8D7B32F3-4CA8-3E4C-A5FD-37DCCEA9E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E6D944E-7AE6-D94B-A865-DB48618F8B2F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12591327" y="614247"/>
            <a:ext cx="834622" cy="956132"/>
            <a:chOff x="9724871" y="4399912"/>
            <a:chExt cx="723465" cy="828792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2487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3" name="TextBox 272"/>
            <p:cNvSpPr txBox="1"/>
            <p:nvPr/>
          </p:nvSpPr>
          <p:spPr>
            <a:xfrm>
              <a:off x="9729848" y="4979536"/>
              <a:ext cx="718488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11326581" y="1641530"/>
            <a:ext cx="938462" cy="1151248"/>
            <a:chOff x="10793605" y="4399912"/>
            <a:chExt cx="813475" cy="997922"/>
          </a:xfrm>
        </p:grpSpPr>
        <p:pic>
          <p:nvPicPr>
            <p:cNvPr id="275" name="그림 27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3612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6" name="TextBox 275"/>
            <p:cNvSpPr txBox="1"/>
            <p:nvPr/>
          </p:nvSpPr>
          <p:spPr>
            <a:xfrm>
              <a:off x="10793605" y="4979536"/>
              <a:ext cx="813475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Companies</a:t>
              </a: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11375630" y="614247"/>
            <a:ext cx="845253" cy="956132"/>
            <a:chOff x="8213571" y="3415662"/>
            <a:chExt cx="732680" cy="828792"/>
          </a:xfrm>
        </p:grpSpPr>
        <p:pic>
          <p:nvPicPr>
            <p:cNvPr id="278" name="그림 27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213571" y="3415662"/>
              <a:ext cx="73268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9" name="TextBox 278"/>
            <p:cNvSpPr txBox="1"/>
            <p:nvPr/>
          </p:nvSpPr>
          <p:spPr>
            <a:xfrm>
              <a:off x="8350162" y="3995286"/>
              <a:ext cx="455259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0" name="직사각형 279"/>
          <p:cNvSpPr/>
          <p:nvPr/>
        </p:nvSpPr>
        <p:spPr>
          <a:xfrm>
            <a:off x="9863520" y="82010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1" name="직선 연결선 280"/>
          <p:cNvCxnSpPr>
            <a:cxnSpLocks/>
          </p:cNvCxnSpPr>
          <p:nvPr/>
        </p:nvCxnSpPr>
        <p:spPr>
          <a:xfrm>
            <a:off x="9863781" y="82010"/>
            <a:ext cx="0" cy="8437920"/>
          </a:xfrm>
          <a:prstGeom prst="line">
            <a:avLst/>
          </a:prstGeom>
          <a:noFill/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3766452" y="3143703"/>
            <a:ext cx="1876215" cy="460997"/>
            <a:chOff x="7148455" y="3554933"/>
            <a:chExt cx="1626336" cy="399600"/>
          </a:xfrm>
        </p:grpSpPr>
        <p:pic>
          <p:nvPicPr>
            <p:cNvPr id="283" name="그림 28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48455" y="3554933"/>
              <a:ext cx="400889" cy="399600"/>
            </a:xfrm>
            <a:prstGeom prst="rect">
              <a:avLst/>
            </a:prstGeom>
          </p:spPr>
        </p:pic>
        <p:sp>
          <p:nvSpPr>
            <p:cNvPr id="284" name="TextBox 283"/>
            <p:cNvSpPr txBox="1"/>
            <p:nvPr/>
          </p:nvSpPr>
          <p:spPr>
            <a:xfrm>
              <a:off x="7549741" y="3629610"/>
              <a:ext cx="1225050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 Transmission</a:t>
              </a:r>
            </a:p>
          </p:txBody>
        </p:sp>
      </p:grpSp>
      <p:grpSp>
        <p:nvGrpSpPr>
          <p:cNvPr id="285" name="그룹 284"/>
          <p:cNvGrpSpPr/>
          <p:nvPr/>
        </p:nvGrpSpPr>
        <p:grpSpPr>
          <a:xfrm>
            <a:off x="12482721" y="1641530"/>
            <a:ext cx="1057598" cy="1151248"/>
            <a:chOff x="10817055" y="2979079"/>
            <a:chExt cx="916744" cy="997922"/>
          </a:xfrm>
        </p:grpSpPr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11206" y="2979079"/>
              <a:ext cx="722911" cy="594000"/>
            </a:xfrm>
            <a:prstGeom prst="rect">
              <a:avLst/>
            </a:prstGeom>
          </p:spPr>
        </p:pic>
        <p:sp>
          <p:nvSpPr>
            <p:cNvPr id="287" name="TextBox 286"/>
            <p:cNvSpPr txBox="1"/>
            <p:nvPr/>
          </p:nvSpPr>
          <p:spPr>
            <a:xfrm>
              <a:off x="10817055" y="3558703"/>
              <a:ext cx="916744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1071257" y="4160234"/>
            <a:ext cx="3254536" cy="276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0675" indent="-100675">
              <a:lnSpc>
                <a:spcPts val="1614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it when additional explanation (item list) is needed.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281892" y="4173983"/>
            <a:ext cx="3969035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0725" indent="-100725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(item list) is needed.</a:t>
            </a:r>
          </a:p>
        </p:txBody>
      </p:sp>
      <p:cxnSp>
        <p:nvCxnSpPr>
          <p:cNvPr id="290" name="직선 화살표 연결선 185"/>
          <p:cNvCxnSpPr/>
          <p:nvPr/>
        </p:nvCxnSpPr>
        <p:spPr>
          <a:xfrm>
            <a:off x="321415" y="4648126"/>
            <a:ext cx="591492" cy="0"/>
          </a:xfrm>
          <a:prstGeom prst="straightConnector1">
            <a:avLst/>
          </a:prstGeom>
          <a:ln w="12700">
            <a:solidFill>
              <a:srgbClr val="59607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화살표 연결선 159"/>
          <p:cNvCxnSpPr/>
          <p:nvPr/>
        </p:nvCxnSpPr>
        <p:spPr>
          <a:xfrm>
            <a:off x="321415" y="4304147"/>
            <a:ext cx="591492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1071259" y="4485007"/>
            <a:ext cx="2611933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Use it when additional explanation is needed.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281892" y="4498756"/>
            <a:ext cx="3348802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is needed.</a:t>
            </a:r>
          </a:p>
        </p:txBody>
      </p:sp>
      <p:sp>
        <p:nvSpPr>
          <p:cNvPr id="294" name="모서리가 접힌 도형 293"/>
          <p:cNvSpPr/>
          <p:nvPr/>
        </p:nvSpPr>
        <p:spPr>
          <a:xfrm>
            <a:off x="8465020" y="4229841"/>
            <a:ext cx="1125382" cy="556198"/>
          </a:xfrm>
          <a:prstGeom prst="foldedCorner">
            <a:avLst>
              <a:gd name="adj" fmla="val 203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A89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063" tIns="124594" rIns="83063" bIns="124594" rtlCol="0" anchor="t"/>
          <a:lstStyle/>
          <a:p>
            <a:r>
              <a:rPr lang="en-US" altLang="ko-KR" sz="1038" spc="-58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 (Non-Recommendable)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9863520" y="2928622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Items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390851" y="3096377"/>
            <a:ext cx="818999" cy="459751"/>
            <a:chOff x="328342" y="3842965"/>
            <a:chExt cx="709922" cy="398520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8342" y="3842965"/>
              <a:ext cx="398213" cy="39852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732292" y="3919072"/>
              <a:ext cx="305972" cy="249334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2100178" y="3110358"/>
            <a:ext cx="852941" cy="459751"/>
            <a:chOff x="1810015" y="3855084"/>
            <a:chExt cx="739344" cy="398520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10015" y="3855084"/>
              <a:ext cx="398213" cy="39852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2199423" y="3919072"/>
              <a:ext cx="34993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10120828" y="3546412"/>
            <a:ext cx="829154" cy="947293"/>
            <a:chOff x="8877006" y="4123461"/>
            <a:chExt cx="718725" cy="821130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877006" y="4123461"/>
              <a:ext cx="718725" cy="59292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9067161" y="4695257"/>
              <a:ext cx="34965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10926682" y="3550697"/>
            <a:ext cx="829154" cy="954314"/>
            <a:chOff x="9933649" y="4127175"/>
            <a:chExt cx="718725" cy="827216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33649" y="4127175"/>
              <a:ext cx="718725" cy="59292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10098968" y="4705057"/>
              <a:ext cx="39362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C1BE3E-E21B-4041-8486-17BA1FB7B1D4}"/>
              </a:ext>
            </a:extLst>
          </p:cNvPr>
          <p:cNvGrpSpPr/>
          <p:nvPr/>
        </p:nvGrpSpPr>
        <p:grpSpPr>
          <a:xfrm>
            <a:off x="11753893" y="3550697"/>
            <a:ext cx="1092029" cy="964078"/>
            <a:chOff x="13631019" y="2757718"/>
            <a:chExt cx="946589" cy="835679"/>
          </a:xfrm>
        </p:grpSpPr>
        <p:pic>
          <p:nvPicPr>
            <p:cNvPr id="2" name="그래픽 1">
              <a:extLst>
                <a:ext uri="{FF2B5EF4-FFF2-40B4-BE49-F238E27FC236}">
                  <a16:creationId xmlns:a16="http://schemas.microsoft.com/office/drawing/2014/main" id="{3A722E1E-03AB-42AF-B63E-23ECB308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803253" y="2757718"/>
              <a:ext cx="724680" cy="59292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1924A2E-EB32-4D2A-A4DD-9AAF04FB8E20}"/>
                </a:ext>
              </a:extLst>
            </p:cNvPr>
            <p:cNvSpPr txBox="1"/>
            <p:nvPr/>
          </p:nvSpPr>
          <p:spPr>
            <a:xfrm>
              <a:off x="13631019" y="3344230"/>
              <a:ext cx="946589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9454F3-E699-45F9-B713-37B967AABA44}"/>
              </a:ext>
            </a:extLst>
          </p:cNvPr>
          <p:cNvGrpSpPr/>
          <p:nvPr/>
        </p:nvGrpSpPr>
        <p:grpSpPr>
          <a:xfrm>
            <a:off x="11003039" y="4741159"/>
            <a:ext cx="999504" cy="1159195"/>
            <a:chOff x="12747001" y="2757718"/>
            <a:chExt cx="866387" cy="100481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A6C5CFCB-48BA-458A-B32A-C88D21D7A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879134" y="2757718"/>
              <a:ext cx="724680" cy="59292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71EBF81-A86A-4407-9DA1-CA7B94CC1EA0}"/>
                </a:ext>
              </a:extLst>
            </p:cNvPr>
            <p:cNvSpPr txBox="1"/>
            <p:nvPr/>
          </p:nvSpPr>
          <p:spPr>
            <a:xfrm>
              <a:off x="12747001" y="3344230"/>
              <a:ext cx="866387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4B502F-D871-47EA-9FE4-82073C7AC98F}"/>
              </a:ext>
            </a:extLst>
          </p:cNvPr>
          <p:cNvGrpSpPr/>
          <p:nvPr/>
        </p:nvGrpSpPr>
        <p:grpSpPr>
          <a:xfrm>
            <a:off x="12865703" y="3550697"/>
            <a:ext cx="999504" cy="964078"/>
            <a:chOff x="14826501" y="2757718"/>
            <a:chExt cx="866387" cy="835679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CE31803-DD72-4303-95D7-581185D1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958635" y="2757718"/>
              <a:ext cx="724680" cy="59292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D47E38-A0F6-4EC9-B35C-6B22E0BDDCD6}"/>
                </a:ext>
              </a:extLst>
            </p:cNvPr>
            <p:cNvSpPr txBox="1"/>
            <p:nvPr/>
          </p:nvSpPr>
          <p:spPr>
            <a:xfrm>
              <a:off x="14826501" y="3344230"/>
              <a:ext cx="866387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741A16-823F-405B-AEC6-741374BAF31A}"/>
              </a:ext>
            </a:extLst>
          </p:cNvPr>
          <p:cNvGrpSpPr/>
          <p:nvPr/>
        </p:nvGrpSpPr>
        <p:grpSpPr>
          <a:xfrm>
            <a:off x="9900662" y="4741159"/>
            <a:ext cx="1092029" cy="1159195"/>
            <a:chOff x="15868128" y="2757718"/>
            <a:chExt cx="946589" cy="1004810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D37F7533-854A-49DD-B90E-83B44C0CC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040363" y="2757718"/>
              <a:ext cx="724680" cy="59292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1AB586-21A3-4F13-9658-7F374BBCBAFC}"/>
                </a:ext>
              </a:extLst>
            </p:cNvPr>
            <p:cNvSpPr txBox="1"/>
            <p:nvPr/>
          </p:nvSpPr>
          <p:spPr>
            <a:xfrm>
              <a:off x="15868128" y="3344230"/>
              <a:ext cx="946589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4439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163</Words>
  <Application>Microsoft Office PowerPoint</Application>
  <PresentationFormat>사용자 지정</PresentationFormat>
  <Paragraphs>54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2025-08-26T02:26:21Z</dcterms:modified>
</cp:coreProperties>
</file>