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6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88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66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48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77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15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972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28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64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8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79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0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77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14D487-2FC8-9214-57F1-C88740DD6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79" y="581909"/>
            <a:ext cx="13245171" cy="27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370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2026-03-11T00:52:08Z</dcterms:modified>
</cp:coreProperties>
</file>