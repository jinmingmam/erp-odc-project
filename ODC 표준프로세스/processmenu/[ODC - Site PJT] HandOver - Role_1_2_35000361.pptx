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32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5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00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63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99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5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20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28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75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54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18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735D1C8-9745-2117-D4A1-522D6356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3" y="474206"/>
            <a:ext cx="13005718" cy="330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312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2026-03-12T01:51:37Z</dcterms:modified>
</cp:coreProperties>
</file>