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618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8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08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042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987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51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97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21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35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04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618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21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38F04F-518D-F094-E42E-E1A8AF300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96" y="1411667"/>
            <a:ext cx="10623201" cy="23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984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2025-08-13T01:56:16Z</dcterms:modified>
</cp:coreProperties>
</file>