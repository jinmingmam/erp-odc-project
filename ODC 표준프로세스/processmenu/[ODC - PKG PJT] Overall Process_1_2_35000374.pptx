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DAFB6-2225-4C47-98AE-5BA24CB322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25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80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6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2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20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68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6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83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081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4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956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4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01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갈매기형 수장 1">
            <a:extLst>
              <a:ext uri="{FF2B5EF4-FFF2-40B4-BE49-F238E27FC236}">
                <a16:creationId xmlns:a16="http://schemas.microsoft.com/office/drawing/2014/main" id="{57225511-3A38-D446-12FD-B7769CDA6A34}"/>
              </a:ext>
            </a:extLst>
          </p:cNvPr>
          <p:cNvSpPr/>
          <p:nvPr/>
        </p:nvSpPr>
        <p:spPr>
          <a:xfrm>
            <a:off x="228600" y="901700"/>
            <a:ext cx="1951074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Spec Reg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8D2B727B-FBA4-46AF-E3D7-B2B26F760596}"/>
              </a:ext>
            </a:extLst>
          </p:cNvPr>
          <p:cNvSpPr/>
          <p:nvPr/>
        </p:nvSpPr>
        <p:spPr>
          <a:xfrm>
            <a:off x="2242052" y="881720"/>
            <a:ext cx="1819275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Delivery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4EC2578B-6204-E15E-AD03-D4FA878C7AEC}"/>
              </a:ext>
            </a:extLst>
          </p:cNvPr>
          <p:cNvSpPr/>
          <p:nvPr/>
        </p:nvSpPr>
        <p:spPr>
          <a:xfrm>
            <a:off x="4026217" y="881720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4E3FC173-8749-AA7C-876D-89D9036AA1DD}"/>
              </a:ext>
            </a:extLst>
          </p:cNvPr>
          <p:cNvSpPr/>
          <p:nvPr/>
        </p:nvSpPr>
        <p:spPr>
          <a:xfrm>
            <a:off x="5982017" y="875070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QA Request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EF307872-A78B-7A52-CE9A-0F4E4B064E34}"/>
              </a:ext>
            </a:extLst>
          </p:cNvPr>
          <p:cNvSpPr/>
          <p:nvPr/>
        </p:nvSpPr>
        <p:spPr>
          <a:xfrm>
            <a:off x="7821336" y="901700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QA Team 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0CEC8B0A-CB46-27D7-5CC6-95A55B691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535" y="875070"/>
            <a:ext cx="6953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C9EBD7-0E3A-60FE-5FFE-F59EE4BE9DFD}"/>
              </a:ext>
            </a:extLst>
          </p:cNvPr>
          <p:cNvSpPr txBox="1"/>
          <p:nvPr/>
        </p:nvSpPr>
        <p:spPr>
          <a:xfrm>
            <a:off x="11437435" y="1543549"/>
            <a:ext cx="884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96A160-061D-CE60-95B7-D8AF203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73" y="3634786"/>
            <a:ext cx="11350382" cy="3272718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4ED0205-F91E-8AB0-3775-0A899FBC2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35" y="1976943"/>
            <a:ext cx="1522851" cy="114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Delivery Service Options And Pricing - IKEA CA Delivery Service Options And Pricing">
            <a:extLst>
              <a:ext uri="{FF2B5EF4-FFF2-40B4-BE49-F238E27FC236}">
                <a16:creationId xmlns:a16="http://schemas.microsoft.com/office/drawing/2014/main" id="{683094E5-15FA-6DF8-5ECE-54B07127F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157" y="2152275"/>
            <a:ext cx="1049868" cy="78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>
            <a:extLst>
              <a:ext uri="{FF2B5EF4-FFF2-40B4-BE49-F238E27FC236}">
                <a16:creationId xmlns:a16="http://schemas.microsoft.com/office/drawing/2014/main" id="{BA583832-0287-6D24-8A87-D2AFFD7CC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742" y="2152275"/>
            <a:ext cx="1090163" cy="78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>
            <a:extLst>
              <a:ext uri="{FF2B5EF4-FFF2-40B4-BE49-F238E27FC236}">
                <a16:creationId xmlns:a16="http://schemas.microsoft.com/office/drawing/2014/main" id="{9FAF3D8D-1BA9-5E58-AECA-6980A49B9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948" y="2152275"/>
            <a:ext cx="1386575" cy="78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RFP Request for Proposal Note. Male Hand with Marker Write on... RFP Request For Proposal Note. Male Hand With Marker Write On An...">
            <a:extLst>
              <a:ext uri="{FF2B5EF4-FFF2-40B4-BE49-F238E27FC236}">
                <a16:creationId xmlns:a16="http://schemas.microsoft.com/office/drawing/2014/main" id="{3FE7A44A-59AE-114E-9F2B-0CAE9E9E0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68" y="2178733"/>
            <a:ext cx="1179676" cy="76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028D93B-CFB2-B888-D5DC-6B5565190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1255" y="2505360"/>
            <a:ext cx="664767" cy="78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380AF9-BF81-6540-43C0-AEA6CCCF6A96}"/>
              </a:ext>
            </a:extLst>
          </p:cNvPr>
          <p:cNvSpPr txBox="1"/>
          <p:nvPr/>
        </p:nvSpPr>
        <p:spPr>
          <a:xfrm>
            <a:off x="11222562" y="3358045"/>
            <a:ext cx="1313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Other</a:t>
            </a:r>
            <a:r>
              <a:rPr lang="ko-KR" altLang="en-US" dirty="0"/>
              <a:t> </a:t>
            </a:r>
            <a:r>
              <a:rPr lang="en-US" altLang="ko-KR" dirty="0"/>
              <a:t>Work</a:t>
            </a:r>
            <a:endParaRPr lang="ko-KR" altLang="en-US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24C05E13-4E4B-4DEF-4912-F6F0AF289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4593" y="794354"/>
            <a:ext cx="868116" cy="86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CFB28E-501C-5409-5D63-E0160472BF7B}"/>
              </a:ext>
            </a:extLst>
          </p:cNvPr>
          <p:cNvSpPr txBox="1"/>
          <p:nvPr/>
        </p:nvSpPr>
        <p:spPr>
          <a:xfrm>
            <a:off x="12724593" y="1477804"/>
            <a:ext cx="114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Contract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1743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</Words>
  <Application>Microsoft Office PowerPoint</Application>
  <PresentationFormat>사용자 지정</PresentationFormat>
  <Paragraphs>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2025-08-14T09:12:36Z</dcterms:modified>
</cp:coreProperties>
</file>