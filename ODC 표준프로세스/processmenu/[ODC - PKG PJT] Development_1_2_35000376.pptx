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64" d="100"/>
          <a:sy n="64" d="100"/>
        </p:scale>
        <p:origin x="10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767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406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365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966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971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54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77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46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57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426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37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52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화살표: 갈매기형 수장 1">
            <a:extLst>
              <a:ext uri="{FF2B5EF4-FFF2-40B4-BE49-F238E27FC236}">
                <a16:creationId xmlns:a16="http://schemas.microsoft.com/office/drawing/2014/main" id="{66AA69FA-926C-5A2A-E62E-D14433391E34}"/>
              </a:ext>
            </a:extLst>
          </p:cNvPr>
          <p:cNvSpPr/>
          <p:nvPr/>
        </p:nvSpPr>
        <p:spPr>
          <a:xfrm>
            <a:off x="1134637" y="369757"/>
            <a:ext cx="1951074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Spec Reg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화살표: 갈매기형 수장 2">
            <a:extLst>
              <a:ext uri="{FF2B5EF4-FFF2-40B4-BE49-F238E27FC236}">
                <a16:creationId xmlns:a16="http://schemas.microsoft.com/office/drawing/2014/main" id="{DB192BD8-CDCC-5AE8-E77C-37C9435B2250}"/>
              </a:ext>
            </a:extLst>
          </p:cNvPr>
          <p:cNvSpPr/>
          <p:nvPr/>
        </p:nvSpPr>
        <p:spPr>
          <a:xfrm>
            <a:off x="3148089" y="349777"/>
            <a:ext cx="1819275" cy="787400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Delivery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1A5E20AC-4EEC-D37F-0B56-2F93B6257CFE}"/>
              </a:ext>
            </a:extLst>
          </p:cNvPr>
          <p:cNvSpPr/>
          <p:nvPr/>
        </p:nvSpPr>
        <p:spPr>
          <a:xfrm>
            <a:off x="4932254" y="349777"/>
            <a:ext cx="1955800" cy="787400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Dev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화살표: 갈매기형 수장 4">
            <a:extLst>
              <a:ext uri="{FF2B5EF4-FFF2-40B4-BE49-F238E27FC236}">
                <a16:creationId xmlns:a16="http://schemas.microsoft.com/office/drawing/2014/main" id="{6BAD99DF-B387-CA04-1FBD-5A843EFD6F19}"/>
              </a:ext>
            </a:extLst>
          </p:cNvPr>
          <p:cNvSpPr/>
          <p:nvPr/>
        </p:nvSpPr>
        <p:spPr>
          <a:xfrm>
            <a:off x="6888054" y="343127"/>
            <a:ext cx="1781177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QA Request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화살표: 갈매기형 수장 5">
            <a:extLst>
              <a:ext uri="{FF2B5EF4-FFF2-40B4-BE49-F238E27FC236}">
                <a16:creationId xmlns:a16="http://schemas.microsoft.com/office/drawing/2014/main" id="{8E270E49-4E88-56A0-D27E-9BB6A8838F46}"/>
              </a:ext>
            </a:extLst>
          </p:cNvPr>
          <p:cNvSpPr/>
          <p:nvPr/>
        </p:nvSpPr>
        <p:spPr>
          <a:xfrm>
            <a:off x="8727373" y="369757"/>
            <a:ext cx="1955800" cy="7874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bg1"/>
                </a:solidFill>
              </a:rPr>
              <a:t>QA Team Test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897D22F-B01D-7010-D6F3-4B9FF55C4834}"/>
              </a:ext>
            </a:extLst>
          </p:cNvPr>
          <p:cNvSpPr/>
          <p:nvPr/>
        </p:nvSpPr>
        <p:spPr>
          <a:xfrm>
            <a:off x="11289189" y="2733625"/>
            <a:ext cx="1052623" cy="36933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Role PIC</a:t>
            </a:r>
            <a:endParaRPr lang="ko-KR" altLang="en-US" dirty="0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764DDF39-54A0-DBD2-B097-C60301E32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2729" y="1854077"/>
            <a:ext cx="765544" cy="76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DD6E820-1EF1-23A9-F97A-47692C65C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2729" y="3451779"/>
            <a:ext cx="837311" cy="681538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0CA5D10-0160-7D5D-E57E-BA0CF7D730BD}"/>
              </a:ext>
            </a:extLst>
          </p:cNvPr>
          <p:cNvSpPr/>
          <p:nvPr/>
        </p:nvSpPr>
        <p:spPr>
          <a:xfrm>
            <a:off x="11289189" y="4144225"/>
            <a:ext cx="1135221" cy="67582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English </a:t>
            </a:r>
          </a:p>
          <a:p>
            <a:pPr algn="ctr"/>
            <a:r>
              <a:rPr lang="en-US" altLang="ko-KR" dirty="0"/>
              <a:t>Print</a:t>
            </a:r>
            <a:r>
              <a:rPr lang="ko-KR" altLang="en-US" dirty="0"/>
              <a:t> </a:t>
            </a:r>
            <a:r>
              <a:rPr lang="en-US" altLang="ko-KR" dirty="0"/>
              <a:t>Dev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3B5AFF6-0F2A-AF50-C114-CE87750ED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637" y="1157157"/>
            <a:ext cx="9347841" cy="671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054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14</Words>
  <Application>Microsoft Office PowerPoint</Application>
  <PresentationFormat>사용자 지정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2025-08-22T00:41:00Z</dcterms:modified>
</cp:coreProperties>
</file>