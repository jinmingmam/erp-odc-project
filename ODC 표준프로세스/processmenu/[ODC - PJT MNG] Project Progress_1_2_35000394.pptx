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85" r:id="rId1"/>
  </p:sldMasterIdLst>
  <p:notesMasterIdLst>
    <p:notesMasterId r:id="rId4"/>
  </p:notesMasterIdLst>
  <p:sldIdLst>
    <p:sldId id="258" r:id="rId2"/>
    <p:sldId id="257" r:id="rId3"/>
  </p:sldIdLst>
  <p:sldSz cx="14065250" cy="7912100"/>
  <p:notesSz cx="6858000" cy="9144000"/>
  <p:custDataLst>
    <p:tags r:id="rId5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3" autoAdjust="0"/>
    <p:restoredTop sz="93721" autoAdjust="0"/>
  </p:normalViewPr>
  <p:slideViewPr>
    <p:cSldViewPr snapToGrid="0">
      <p:cViewPr varScale="1">
        <p:scale>
          <a:sx n="90" d="100"/>
          <a:sy n="90" d="100"/>
        </p:scale>
        <p:origin x="86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0C4206-2C4F-43A5-BCE6-6E7958062E1D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7DAFB6-2225-4C47-98AE-5BA24CB322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4766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1pPr>
    <a:lvl2pPr marL="505023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2pPr>
    <a:lvl3pPr marL="1010046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3pPr>
    <a:lvl4pPr marL="1515069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4pPr>
    <a:lvl5pPr marL="2020092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5pPr>
    <a:lvl6pPr marL="2525116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6pPr>
    <a:lvl7pPr marL="3030139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7pPr>
    <a:lvl8pPr marL="3535162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8pPr>
    <a:lvl9pPr marL="4040185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AD6C64-AB23-47C3-9112-519D8100EFAA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22097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8156" y="1294874"/>
            <a:ext cx="10548938" cy="2754583"/>
          </a:xfrm>
        </p:spPr>
        <p:txBody>
          <a:bodyPr anchor="b"/>
          <a:lstStyle>
            <a:lvl1pPr algn="ctr">
              <a:defRPr sz="692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8156" y="4155684"/>
            <a:ext cx="10548938" cy="1910259"/>
          </a:xfrm>
        </p:spPr>
        <p:txBody>
          <a:bodyPr/>
          <a:lstStyle>
            <a:lvl1pPr marL="0" indent="0" algn="ctr">
              <a:buNone/>
              <a:defRPr sz="2769"/>
            </a:lvl1pPr>
            <a:lvl2pPr marL="527426" indent="0" algn="ctr">
              <a:buNone/>
              <a:defRPr sz="2307"/>
            </a:lvl2pPr>
            <a:lvl3pPr marL="1054852" indent="0" algn="ctr">
              <a:buNone/>
              <a:defRPr sz="2076"/>
            </a:lvl3pPr>
            <a:lvl4pPr marL="1582278" indent="0" algn="ctr">
              <a:buNone/>
              <a:defRPr sz="1846"/>
            </a:lvl4pPr>
            <a:lvl5pPr marL="2109704" indent="0" algn="ctr">
              <a:buNone/>
              <a:defRPr sz="1846"/>
            </a:lvl5pPr>
            <a:lvl6pPr marL="2637130" indent="0" algn="ctr">
              <a:buNone/>
              <a:defRPr sz="1846"/>
            </a:lvl6pPr>
            <a:lvl7pPr marL="3164556" indent="0" algn="ctr">
              <a:buNone/>
              <a:defRPr sz="1846"/>
            </a:lvl7pPr>
            <a:lvl8pPr marL="3691981" indent="0" algn="ctr">
              <a:buNone/>
              <a:defRPr sz="1846"/>
            </a:lvl8pPr>
            <a:lvl9pPr marL="4219407" indent="0" algn="ctr">
              <a:buNone/>
              <a:defRPr sz="1846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1280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6562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9660" y="1972532"/>
            <a:ext cx="12131278" cy="3291213"/>
          </a:xfrm>
        </p:spPr>
        <p:txBody>
          <a:bodyPr anchor="b"/>
          <a:lstStyle>
            <a:lvl1pPr>
              <a:defRPr sz="692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9660" y="5294881"/>
            <a:ext cx="12131278" cy="1730771"/>
          </a:xfrm>
        </p:spPr>
        <p:txBody>
          <a:bodyPr/>
          <a:lstStyle>
            <a:lvl1pPr marL="0" indent="0">
              <a:buNone/>
              <a:defRPr sz="2769">
                <a:solidFill>
                  <a:schemeClr val="tx1">
                    <a:tint val="75000"/>
                  </a:schemeClr>
                </a:solidFill>
              </a:defRPr>
            </a:lvl1pPr>
            <a:lvl2pPr marL="527426" indent="0">
              <a:buNone/>
              <a:defRPr sz="2307">
                <a:solidFill>
                  <a:schemeClr val="tx1">
                    <a:tint val="75000"/>
                  </a:schemeClr>
                </a:solidFill>
              </a:defRPr>
            </a:lvl2pPr>
            <a:lvl3pPr marL="1054852" indent="0">
              <a:buNone/>
              <a:defRPr sz="2076">
                <a:solidFill>
                  <a:schemeClr val="tx1">
                    <a:tint val="75000"/>
                  </a:schemeClr>
                </a:solidFill>
              </a:defRPr>
            </a:lvl3pPr>
            <a:lvl4pPr marL="1582278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4pPr>
            <a:lvl5pPr marL="2109704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5pPr>
            <a:lvl6pPr marL="2637130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6pPr>
            <a:lvl7pPr marL="3164556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7pPr>
            <a:lvl8pPr marL="3691981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8pPr>
            <a:lvl9pPr marL="4219407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14060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66986" y="2106230"/>
            <a:ext cx="5977731" cy="502015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20533" y="2106230"/>
            <a:ext cx="5977731" cy="502015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551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421247"/>
            <a:ext cx="12131278" cy="152930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8819" y="1939564"/>
            <a:ext cx="5950259" cy="950550"/>
          </a:xfrm>
        </p:spPr>
        <p:txBody>
          <a:bodyPr anchor="b"/>
          <a:lstStyle>
            <a:lvl1pPr marL="0" indent="0">
              <a:buNone/>
              <a:defRPr sz="2769" b="1"/>
            </a:lvl1pPr>
            <a:lvl2pPr marL="527426" indent="0">
              <a:buNone/>
              <a:defRPr sz="2307" b="1"/>
            </a:lvl2pPr>
            <a:lvl3pPr marL="1054852" indent="0">
              <a:buNone/>
              <a:defRPr sz="2076" b="1"/>
            </a:lvl3pPr>
            <a:lvl4pPr marL="1582278" indent="0">
              <a:buNone/>
              <a:defRPr sz="1846" b="1"/>
            </a:lvl4pPr>
            <a:lvl5pPr marL="2109704" indent="0">
              <a:buNone/>
              <a:defRPr sz="1846" b="1"/>
            </a:lvl5pPr>
            <a:lvl6pPr marL="2637130" indent="0">
              <a:buNone/>
              <a:defRPr sz="1846" b="1"/>
            </a:lvl6pPr>
            <a:lvl7pPr marL="3164556" indent="0">
              <a:buNone/>
              <a:defRPr sz="1846" b="1"/>
            </a:lvl7pPr>
            <a:lvl8pPr marL="3691981" indent="0">
              <a:buNone/>
              <a:defRPr sz="1846" b="1"/>
            </a:lvl8pPr>
            <a:lvl9pPr marL="4219407" indent="0">
              <a:buNone/>
              <a:defRPr sz="184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68819" y="2890114"/>
            <a:ext cx="5950259" cy="425092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120533" y="1939564"/>
            <a:ext cx="5979563" cy="950550"/>
          </a:xfrm>
        </p:spPr>
        <p:txBody>
          <a:bodyPr anchor="b"/>
          <a:lstStyle>
            <a:lvl1pPr marL="0" indent="0">
              <a:buNone/>
              <a:defRPr sz="2769" b="1"/>
            </a:lvl1pPr>
            <a:lvl2pPr marL="527426" indent="0">
              <a:buNone/>
              <a:defRPr sz="2307" b="1"/>
            </a:lvl2pPr>
            <a:lvl3pPr marL="1054852" indent="0">
              <a:buNone/>
              <a:defRPr sz="2076" b="1"/>
            </a:lvl3pPr>
            <a:lvl4pPr marL="1582278" indent="0">
              <a:buNone/>
              <a:defRPr sz="1846" b="1"/>
            </a:lvl4pPr>
            <a:lvl5pPr marL="2109704" indent="0">
              <a:buNone/>
              <a:defRPr sz="1846" b="1"/>
            </a:lvl5pPr>
            <a:lvl6pPr marL="2637130" indent="0">
              <a:buNone/>
              <a:defRPr sz="1846" b="1"/>
            </a:lvl6pPr>
            <a:lvl7pPr marL="3164556" indent="0">
              <a:buNone/>
              <a:defRPr sz="1846" b="1"/>
            </a:lvl7pPr>
            <a:lvl8pPr marL="3691981" indent="0">
              <a:buNone/>
              <a:defRPr sz="1846" b="1"/>
            </a:lvl8pPr>
            <a:lvl9pPr marL="4219407" indent="0">
              <a:buNone/>
              <a:defRPr sz="184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20533" y="2890114"/>
            <a:ext cx="5979563" cy="425092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3718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711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8588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527473"/>
            <a:ext cx="4536409" cy="1846157"/>
          </a:xfrm>
        </p:spPr>
        <p:txBody>
          <a:bodyPr anchor="b"/>
          <a:lstStyle>
            <a:lvl1pPr>
              <a:defRPr sz="369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79563" y="1139197"/>
            <a:ext cx="7120533" cy="5622719"/>
          </a:xfrm>
        </p:spPr>
        <p:txBody>
          <a:bodyPr/>
          <a:lstStyle>
            <a:lvl1pPr>
              <a:defRPr sz="3692"/>
            </a:lvl1pPr>
            <a:lvl2pPr>
              <a:defRPr sz="3230"/>
            </a:lvl2pPr>
            <a:lvl3pPr>
              <a:defRPr sz="2769"/>
            </a:lvl3pPr>
            <a:lvl4pPr>
              <a:defRPr sz="2307"/>
            </a:lvl4pPr>
            <a:lvl5pPr>
              <a:defRPr sz="2307"/>
            </a:lvl5pPr>
            <a:lvl6pPr>
              <a:defRPr sz="2307"/>
            </a:lvl6pPr>
            <a:lvl7pPr>
              <a:defRPr sz="2307"/>
            </a:lvl7pPr>
            <a:lvl8pPr>
              <a:defRPr sz="2307"/>
            </a:lvl8pPr>
            <a:lvl9pPr>
              <a:defRPr sz="2307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8818" y="2373630"/>
            <a:ext cx="4536409" cy="4397443"/>
          </a:xfrm>
        </p:spPr>
        <p:txBody>
          <a:bodyPr/>
          <a:lstStyle>
            <a:lvl1pPr marL="0" indent="0">
              <a:buNone/>
              <a:defRPr sz="1846"/>
            </a:lvl1pPr>
            <a:lvl2pPr marL="527426" indent="0">
              <a:buNone/>
              <a:defRPr sz="1615"/>
            </a:lvl2pPr>
            <a:lvl3pPr marL="1054852" indent="0">
              <a:buNone/>
              <a:defRPr sz="1384"/>
            </a:lvl3pPr>
            <a:lvl4pPr marL="1582278" indent="0">
              <a:buNone/>
              <a:defRPr sz="1154"/>
            </a:lvl4pPr>
            <a:lvl5pPr marL="2109704" indent="0">
              <a:buNone/>
              <a:defRPr sz="1154"/>
            </a:lvl5pPr>
            <a:lvl6pPr marL="2637130" indent="0">
              <a:buNone/>
              <a:defRPr sz="1154"/>
            </a:lvl6pPr>
            <a:lvl7pPr marL="3164556" indent="0">
              <a:buNone/>
              <a:defRPr sz="1154"/>
            </a:lvl7pPr>
            <a:lvl8pPr marL="3691981" indent="0">
              <a:buNone/>
              <a:defRPr sz="1154"/>
            </a:lvl8pPr>
            <a:lvl9pPr marL="4219407" indent="0">
              <a:buNone/>
              <a:defRPr sz="115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83716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527473"/>
            <a:ext cx="4536409" cy="1846157"/>
          </a:xfrm>
        </p:spPr>
        <p:txBody>
          <a:bodyPr anchor="b"/>
          <a:lstStyle>
            <a:lvl1pPr>
              <a:defRPr sz="369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79563" y="1139197"/>
            <a:ext cx="7120533" cy="5622719"/>
          </a:xfrm>
        </p:spPr>
        <p:txBody>
          <a:bodyPr anchor="t"/>
          <a:lstStyle>
            <a:lvl1pPr marL="0" indent="0">
              <a:buNone/>
              <a:defRPr sz="3692"/>
            </a:lvl1pPr>
            <a:lvl2pPr marL="527426" indent="0">
              <a:buNone/>
              <a:defRPr sz="3230"/>
            </a:lvl2pPr>
            <a:lvl3pPr marL="1054852" indent="0">
              <a:buNone/>
              <a:defRPr sz="2769"/>
            </a:lvl3pPr>
            <a:lvl4pPr marL="1582278" indent="0">
              <a:buNone/>
              <a:defRPr sz="2307"/>
            </a:lvl4pPr>
            <a:lvl5pPr marL="2109704" indent="0">
              <a:buNone/>
              <a:defRPr sz="2307"/>
            </a:lvl5pPr>
            <a:lvl6pPr marL="2637130" indent="0">
              <a:buNone/>
              <a:defRPr sz="2307"/>
            </a:lvl6pPr>
            <a:lvl7pPr marL="3164556" indent="0">
              <a:buNone/>
              <a:defRPr sz="2307"/>
            </a:lvl7pPr>
            <a:lvl8pPr marL="3691981" indent="0">
              <a:buNone/>
              <a:defRPr sz="2307"/>
            </a:lvl8pPr>
            <a:lvl9pPr marL="4219407" indent="0">
              <a:buNone/>
              <a:defRPr sz="2307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8818" y="2373630"/>
            <a:ext cx="4536409" cy="4397443"/>
          </a:xfrm>
        </p:spPr>
        <p:txBody>
          <a:bodyPr/>
          <a:lstStyle>
            <a:lvl1pPr marL="0" indent="0">
              <a:buNone/>
              <a:defRPr sz="1846"/>
            </a:lvl1pPr>
            <a:lvl2pPr marL="527426" indent="0">
              <a:buNone/>
              <a:defRPr sz="1615"/>
            </a:lvl2pPr>
            <a:lvl3pPr marL="1054852" indent="0">
              <a:buNone/>
              <a:defRPr sz="1384"/>
            </a:lvl3pPr>
            <a:lvl4pPr marL="1582278" indent="0">
              <a:buNone/>
              <a:defRPr sz="1154"/>
            </a:lvl4pPr>
            <a:lvl5pPr marL="2109704" indent="0">
              <a:buNone/>
              <a:defRPr sz="1154"/>
            </a:lvl5pPr>
            <a:lvl6pPr marL="2637130" indent="0">
              <a:buNone/>
              <a:defRPr sz="1154"/>
            </a:lvl6pPr>
            <a:lvl7pPr marL="3164556" indent="0">
              <a:buNone/>
              <a:defRPr sz="1154"/>
            </a:lvl7pPr>
            <a:lvl8pPr marL="3691981" indent="0">
              <a:buNone/>
              <a:defRPr sz="1154"/>
            </a:lvl8pPr>
            <a:lvl9pPr marL="4219407" indent="0">
              <a:buNone/>
              <a:defRPr sz="115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33474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074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5444" y="421246"/>
            <a:ext cx="3032820" cy="6705139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66986" y="421246"/>
            <a:ext cx="8922643" cy="670513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16809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기본마스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2003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66986" y="421247"/>
            <a:ext cx="12131278" cy="15293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6986" y="2106230"/>
            <a:ext cx="12131278" cy="50201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66986" y="7333345"/>
            <a:ext cx="3164681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9929CD-16F6-480C-A5C4-62DBC326D803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59114" y="7333345"/>
            <a:ext cx="4747022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33583" y="7333345"/>
            <a:ext cx="3164681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42136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</p:sldLayoutIdLst>
  <p:txStyles>
    <p:titleStyle>
      <a:lvl1pPr algn="l" defTabSz="1054852" rtl="0" eaLnBrk="1" latinLnBrk="1" hangingPunct="1">
        <a:lnSpc>
          <a:spcPct val="90000"/>
        </a:lnSpc>
        <a:spcBef>
          <a:spcPct val="0"/>
        </a:spcBef>
        <a:buNone/>
        <a:defRPr sz="507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3713" indent="-263713" algn="l" defTabSz="1054852" rtl="0" eaLnBrk="1" latinLnBrk="1" hangingPunct="1">
        <a:lnSpc>
          <a:spcPct val="90000"/>
        </a:lnSpc>
        <a:spcBef>
          <a:spcPts val="1154"/>
        </a:spcBef>
        <a:buFont typeface="Arial" panose="020B0604020202020204" pitchFamily="34" charset="0"/>
        <a:buChar char="•"/>
        <a:defRPr sz="3230" kern="1200">
          <a:solidFill>
            <a:schemeClr val="tx1"/>
          </a:solidFill>
          <a:latin typeface="+mn-lt"/>
          <a:ea typeface="+mn-ea"/>
          <a:cs typeface="+mn-cs"/>
        </a:defRPr>
      </a:lvl1pPr>
      <a:lvl2pPr marL="791139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769" kern="1200">
          <a:solidFill>
            <a:schemeClr val="tx1"/>
          </a:solidFill>
          <a:latin typeface="+mn-lt"/>
          <a:ea typeface="+mn-ea"/>
          <a:cs typeface="+mn-cs"/>
        </a:defRPr>
      </a:lvl2pPr>
      <a:lvl3pPr marL="1318565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307" kern="1200">
          <a:solidFill>
            <a:schemeClr val="tx1"/>
          </a:solidFill>
          <a:latin typeface="+mn-lt"/>
          <a:ea typeface="+mn-ea"/>
          <a:cs typeface="+mn-cs"/>
        </a:defRPr>
      </a:lvl3pPr>
      <a:lvl4pPr marL="1845991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4pPr>
      <a:lvl5pPr marL="2373417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5pPr>
      <a:lvl6pPr marL="2900843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6pPr>
      <a:lvl7pPr marL="3428268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7pPr>
      <a:lvl8pPr marL="3955694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8pPr>
      <a:lvl9pPr marL="4483120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1pPr>
      <a:lvl2pPr marL="527426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2pPr>
      <a:lvl3pPr marL="1054852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3pPr>
      <a:lvl4pPr marL="1582278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4pPr>
      <a:lvl5pPr marL="2109704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5pPr>
      <a:lvl6pPr marL="2637130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6pPr>
      <a:lvl7pPr marL="3164556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7pPr>
      <a:lvl8pPr marL="3691981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8pPr>
      <a:lvl9pPr marL="4219407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emf"/><Relationship Id="rId18" Type="http://schemas.openxmlformats.org/officeDocument/2006/relationships/image" Target="../media/image16.emf"/><Relationship Id="rId26" Type="http://schemas.openxmlformats.org/officeDocument/2006/relationships/image" Target="../media/image24.png"/><Relationship Id="rId3" Type="http://schemas.openxmlformats.org/officeDocument/2006/relationships/image" Target="../media/image2.emf"/><Relationship Id="rId21" Type="http://schemas.openxmlformats.org/officeDocument/2006/relationships/image" Target="../media/image19.emf"/><Relationship Id="rId7" Type="http://schemas.openxmlformats.org/officeDocument/2006/relationships/image" Target="../media/image5.emf"/><Relationship Id="rId12" Type="http://schemas.openxmlformats.org/officeDocument/2006/relationships/image" Target="../media/image10.emf"/><Relationship Id="rId17" Type="http://schemas.openxmlformats.org/officeDocument/2006/relationships/image" Target="../media/image15.emf"/><Relationship Id="rId25" Type="http://schemas.openxmlformats.org/officeDocument/2006/relationships/image" Target="../media/image23.emf"/><Relationship Id="rId33" Type="http://schemas.openxmlformats.org/officeDocument/2006/relationships/image" Target="../media/image31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emf"/><Relationship Id="rId20" Type="http://schemas.openxmlformats.org/officeDocument/2006/relationships/image" Target="../media/image18.emf"/><Relationship Id="rId29" Type="http://schemas.openxmlformats.org/officeDocument/2006/relationships/image" Target="../media/image27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emf"/><Relationship Id="rId11" Type="http://schemas.openxmlformats.org/officeDocument/2006/relationships/image" Target="../media/image9.emf"/><Relationship Id="rId24" Type="http://schemas.openxmlformats.org/officeDocument/2006/relationships/image" Target="../media/image22.emf"/><Relationship Id="rId32" Type="http://schemas.openxmlformats.org/officeDocument/2006/relationships/image" Target="../media/image30.png"/><Relationship Id="rId5" Type="http://schemas.openxmlformats.org/officeDocument/2006/relationships/image" Target="../media/image3.emf"/><Relationship Id="rId15" Type="http://schemas.openxmlformats.org/officeDocument/2006/relationships/image" Target="../media/image13.emf"/><Relationship Id="rId23" Type="http://schemas.openxmlformats.org/officeDocument/2006/relationships/image" Target="../media/image21.emf"/><Relationship Id="rId28" Type="http://schemas.openxmlformats.org/officeDocument/2006/relationships/image" Target="../media/image26.png"/><Relationship Id="rId10" Type="http://schemas.openxmlformats.org/officeDocument/2006/relationships/image" Target="../media/image8.emf"/><Relationship Id="rId19" Type="http://schemas.openxmlformats.org/officeDocument/2006/relationships/image" Target="../media/image17.emf"/><Relationship Id="rId31" Type="http://schemas.openxmlformats.org/officeDocument/2006/relationships/image" Target="../media/image29.svg"/><Relationship Id="rId4" Type="http://schemas.openxmlformats.org/officeDocument/2006/relationships/image" Target="../media/image1.emf"/><Relationship Id="rId9" Type="http://schemas.openxmlformats.org/officeDocument/2006/relationships/image" Target="../media/image7.emf"/><Relationship Id="rId14" Type="http://schemas.openxmlformats.org/officeDocument/2006/relationships/image" Target="../media/image12.emf"/><Relationship Id="rId22" Type="http://schemas.openxmlformats.org/officeDocument/2006/relationships/image" Target="../media/image20.emf"/><Relationship Id="rId27" Type="http://schemas.openxmlformats.org/officeDocument/2006/relationships/image" Target="../media/image25.svg"/><Relationship Id="rId30" Type="http://schemas.openxmlformats.org/officeDocument/2006/relationships/image" Target="../media/image28.png"/><Relationship Id="rId8" Type="http://schemas.openxmlformats.org/officeDocument/2006/relationships/image" Target="../media/image6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ECB3F651-7204-7780-3C2F-1F647B6561C5}"/>
              </a:ext>
            </a:extLst>
          </p:cNvPr>
          <p:cNvGrpSpPr/>
          <p:nvPr/>
        </p:nvGrpSpPr>
        <p:grpSpPr>
          <a:xfrm>
            <a:off x="2386952" y="827081"/>
            <a:ext cx="1648208" cy="945018"/>
            <a:chOff x="1346677" y="1976997"/>
            <a:chExt cx="1428695" cy="819158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2F2CDFDE-FEBE-D5F7-EBD5-6FA838C647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96805" y="1976997"/>
              <a:ext cx="728438" cy="592920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AF4877F-B1AF-52E3-D563-EF70F2322B9E}"/>
                </a:ext>
              </a:extLst>
            </p:cNvPr>
            <p:cNvSpPr txBox="1"/>
            <p:nvPr/>
          </p:nvSpPr>
          <p:spPr>
            <a:xfrm>
              <a:off x="1346677" y="2546821"/>
              <a:ext cx="1428695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Project Progress Entry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39302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제목 2"/>
          <p:cNvSpPr txBox="1">
            <a:spLocks/>
          </p:cNvSpPr>
          <p:nvPr/>
        </p:nvSpPr>
        <p:spPr>
          <a:xfrm>
            <a:off x="354173" y="-385033"/>
            <a:ext cx="13422447" cy="629684"/>
          </a:xfrm>
          <a:prstGeom prst="rect">
            <a:avLst/>
          </a:prstGeom>
        </p:spPr>
        <p:txBody>
          <a:bodyPr/>
          <a:lstStyle>
            <a:lvl1pPr algn="l" defTabSz="1051103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5058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075" b="1" spc="-58" dirty="0">
                <a:solidFill>
                  <a:srgbClr val="3E8D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 Menu Items</a:t>
            </a:r>
          </a:p>
        </p:txBody>
      </p:sp>
      <p:grpSp>
        <p:nvGrpSpPr>
          <p:cNvPr id="101" name="그룹 100"/>
          <p:cNvGrpSpPr/>
          <p:nvPr/>
        </p:nvGrpSpPr>
        <p:grpSpPr>
          <a:xfrm>
            <a:off x="10051664" y="614246"/>
            <a:ext cx="1056892" cy="944826"/>
            <a:chOff x="224995" y="1976997"/>
            <a:chExt cx="916132" cy="818991"/>
          </a:xfrm>
        </p:grpSpPr>
        <p:pic>
          <p:nvPicPr>
            <p:cNvPr id="102" name="그림 10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8841" y="1976997"/>
              <a:ext cx="728438" cy="592920"/>
            </a:xfrm>
            <a:prstGeom prst="rect">
              <a:avLst/>
            </a:prstGeom>
          </p:spPr>
        </p:pic>
        <p:sp>
          <p:nvSpPr>
            <p:cNvPr id="103" name="TextBox 102"/>
            <p:cNvSpPr txBox="1"/>
            <p:nvPr/>
          </p:nvSpPr>
          <p:spPr>
            <a:xfrm>
              <a:off x="224995" y="2546821"/>
              <a:ext cx="916132" cy="2491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Manual Work</a:t>
              </a:r>
            </a:p>
          </p:txBody>
        </p:sp>
      </p:grpSp>
      <p:grpSp>
        <p:nvGrpSpPr>
          <p:cNvPr id="104" name="그룹 103"/>
          <p:cNvGrpSpPr/>
          <p:nvPr/>
        </p:nvGrpSpPr>
        <p:grpSpPr>
          <a:xfrm>
            <a:off x="88402" y="705896"/>
            <a:ext cx="1221616" cy="945018"/>
            <a:chOff x="1531566" y="1976997"/>
            <a:chExt cx="1058918" cy="819158"/>
          </a:xfrm>
        </p:grpSpPr>
        <p:pic>
          <p:nvPicPr>
            <p:cNvPr id="105" name="그림 10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96805" y="1976997"/>
              <a:ext cx="728438" cy="592920"/>
            </a:xfrm>
            <a:prstGeom prst="rect">
              <a:avLst/>
            </a:prstGeom>
          </p:spPr>
        </p:pic>
        <p:sp>
          <p:nvSpPr>
            <p:cNvPr id="106" name="TextBox 105"/>
            <p:cNvSpPr txBox="1"/>
            <p:nvPr/>
          </p:nvSpPr>
          <p:spPr>
            <a:xfrm>
              <a:off x="1531566" y="2546821"/>
              <a:ext cx="1058918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Program</a:t>
              </a:r>
              <a:r>
                <a:rPr lang="ko-KR" altLang="en-US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</a:t>
              </a:r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Name</a:t>
              </a:r>
            </a:p>
          </p:txBody>
        </p:sp>
      </p:grpSp>
      <p:grpSp>
        <p:nvGrpSpPr>
          <p:cNvPr id="107" name="그룹 106"/>
          <p:cNvGrpSpPr/>
          <p:nvPr/>
        </p:nvGrpSpPr>
        <p:grpSpPr>
          <a:xfrm>
            <a:off x="1430473" y="705896"/>
            <a:ext cx="1221616" cy="945018"/>
            <a:chOff x="2909531" y="1976997"/>
            <a:chExt cx="1058918" cy="819158"/>
          </a:xfrm>
        </p:grpSpPr>
        <p:pic>
          <p:nvPicPr>
            <p:cNvPr id="108" name="그림 10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074769" y="1976997"/>
              <a:ext cx="728438" cy="592920"/>
            </a:xfrm>
            <a:prstGeom prst="rect">
              <a:avLst/>
            </a:prstGeom>
          </p:spPr>
        </p:pic>
        <p:sp>
          <p:nvSpPr>
            <p:cNvPr id="109" name="TextBox 108"/>
            <p:cNvSpPr txBox="1"/>
            <p:nvPr/>
          </p:nvSpPr>
          <p:spPr>
            <a:xfrm>
              <a:off x="2909531" y="2546821"/>
              <a:ext cx="1058918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Program</a:t>
              </a:r>
              <a:r>
                <a:rPr lang="ko-KR" altLang="en-US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</a:t>
              </a:r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Name</a:t>
              </a:r>
            </a:p>
          </p:txBody>
        </p:sp>
      </p:grpSp>
      <p:grpSp>
        <p:nvGrpSpPr>
          <p:cNvPr id="110" name="그룹 109"/>
          <p:cNvGrpSpPr/>
          <p:nvPr/>
        </p:nvGrpSpPr>
        <p:grpSpPr>
          <a:xfrm>
            <a:off x="2772544" y="705896"/>
            <a:ext cx="1221616" cy="945018"/>
            <a:chOff x="4287495" y="1976997"/>
            <a:chExt cx="1058918" cy="819158"/>
          </a:xfrm>
        </p:grpSpPr>
        <p:pic>
          <p:nvPicPr>
            <p:cNvPr id="111" name="그림 11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452733" y="1976997"/>
              <a:ext cx="728438" cy="592920"/>
            </a:xfrm>
            <a:prstGeom prst="rect">
              <a:avLst/>
            </a:prstGeom>
          </p:spPr>
        </p:pic>
        <p:sp>
          <p:nvSpPr>
            <p:cNvPr id="112" name="TextBox 111"/>
            <p:cNvSpPr txBox="1"/>
            <p:nvPr/>
          </p:nvSpPr>
          <p:spPr>
            <a:xfrm>
              <a:off x="4287495" y="2546821"/>
              <a:ext cx="1058918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Program</a:t>
              </a:r>
              <a:r>
                <a:rPr lang="ko-KR" altLang="en-US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</a:t>
              </a:r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Name</a:t>
              </a:r>
            </a:p>
          </p:txBody>
        </p:sp>
      </p:grpSp>
      <p:grpSp>
        <p:nvGrpSpPr>
          <p:cNvPr id="113" name="그룹 112"/>
          <p:cNvGrpSpPr/>
          <p:nvPr/>
        </p:nvGrpSpPr>
        <p:grpSpPr>
          <a:xfrm>
            <a:off x="4114614" y="705896"/>
            <a:ext cx="1221616" cy="945018"/>
            <a:chOff x="5665459" y="1976997"/>
            <a:chExt cx="1058918" cy="819158"/>
          </a:xfrm>
        </p:grpSpPr>
        <p:pic>
          <p:nvPicPr>
            <p:cNvPr id="114" name="그림 113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830697" y="1976997"/>
              <a:ext cx="728438" cy="592920"/>
            </a:xfrm>
            <a:prstGeom prst="rect">
              <a:avLst/>
            </a:prstGeom>
          </p:spPr>
        </p:pic>
        <p:sp>
          <p:nvSpPr>
            <p:cNvPr id="115" name="TextBox 114"/>
            <p:cNvSpPr txBox="1"/>
            <p:nvPr/>
          </p:nvSpPr>
          <p:spPr>
            <a:xfrm>
              <a:off x="5665459" y="2546821"/>
              <a:ext cx="1058918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Program</a:t>
              </a:r>
              <a:r>
                <a:rPr lang="ko-KR" altLang="en-US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</a:t>
              </a:r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Name</a:t>
              </a:r>
            </a:p>
          </p:txBody>
        </p:sp>
      </p:grpSp>
      <p:grpSp>
        <p:nvGrpSpPr>
          <p:cNvPr id="116" name="그룹 115"/>
          <p:cNvGrpSpPr/>
          <p:nvPr/>
        </p:nvGrpSpPr>
        <p:grpSpPr>
          <a:xfrm>
            <a:off x="5456685" y="705896"/>
            <a:ext cx="1221616" cy="945018"/>
            <a:chOff x="7043423" y="1976997"/>
            <a:chExt cx="1058918" cy="819158"/>
          </a:xfrm>
        </p:grpSpPr>
        <p:pic>
          <p:nvPicPr>
            <p:cNvPr id="117" name="그림 116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208661" y="1976997"/>
              <a:ext cx="728438" cy="592920"/>
            </a:xfrm>
            <a:prstGeom prst="rect">
              <a:avLst/>
            </a:prstGeom>
          </p:spPr>
        </p:pic>
        <p:sp>
          <p:nvSpPr>
            <p:cNvPr id="118" name="TextBox 117"/>
            <p:cNvSpPr txBox="1"/>
            <p:nvPr/>
          </p:nvSpPr>
          <p:spPr>
            <a:xfrm>
              <a:off x="7043423" y="2546821"/>
              <a:ext cx="1058918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Program</a:t>
              </a:r>
              <a:r>
                <a:rPr lang="ko-KR" altLang="en-US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</a:t>
              </a:r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Name</a:t>
              </a:r>
            </a:p>
          </p:txBody>
        </p:sp>
      </p:grpSp>
      <p:grpSp>
        <p:nvGrpSpPr>
          <p:cNvPr id="119" name="그룹 118"/>
          <p:cNvGrpSpPr/>
          <p:nvPr/>
        </p:nvGrpSpPr>
        <p:grpSpPr>
          <a:xfrm>
            <a:off x="10159935" y="1641531"/>
            <a:ext cx="840360" cy="944826"/>
            <a:chOff x="8586627" y="1976997"/>
            <a:chExt cx="728438" cy="818991"/>
          </a:xfrm>
        </p:grpSpPr>
        <p:pic>
          <p:nvPicPr>
            <p:cNvPr id="120" name="그림 119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586627" y="1976997"/>
              <a:ext cx="728438" cy="592920"/>
            </a:xfrm>
            <a:prstGeom prst="rect">
              <a:avLst/>
            </a:prstGeom>
          </p:spPr>
        </p:pic>
        <p:sp>
          <p:nvSpPr>
            <p:cNvPr id="121" name="TextBox 120"/>
            <p:cNvSpPr txBox="1"/>
            <p:nvPr/>
          </p:nvSpPr>
          <p:spPr>
            <a:xfrm>
              <a:off x="8621921" y="2546821"/>
              <a:ext cx="657850" cy="2491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Printouts</a:t>
              </a:r>
              <a:endParaRPr lang="en-US" altLang="ko-KR" sz="1269" spc="-58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122" name="그룹 121"/>
          <p:cNvGrpSpPr/>
          <p:nvPr/>
        </p:nvGrpSpPr>
        <p:grpSpPr>
          <a:xfrm>
            <a:off x="6824162" y="533467"/>
            <a:ext cx="1256320" cy="1304037"/>
            <a:chOff x="8547517" y="5179947"/>
            <a:chExt cx="1089000" cy="1130362"/>
          </a:xfrm>
        </p:grpSpPr>
        <p:sp>
          <p:nvSpPr>
            <p:cNvPr id="123" name="순서도: 연결자 122"/>
            <p:cNvSpPr>
              <a:spLocks noChangeAspect="1"/>
            </p:cNvSpPr>
            <p:nvPr/>
          </p:nvSpPr>
          <p:spPr>
            <a:xfrm>
              <a:off x="8547517" y="5179947"/>
              <a:ext cx="1089000" cy="1130362"/>
            </a:xfrm>
            <a:prstGeom prst="flowChartConnector">
              <a:avLst/>
            </a:prstGeom>
            <a:solidFill>
              <a:schemeClr val="bg1"/>
            </a:solidFill>
            <a:ln w="12700">
              <a:solidFill>
                <a:srgbClr val="59607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117" spc="-58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124" name="TextBox 123"/>
            <p:cNvSpPr txBox="1"/>
            <p:nvPr/>
          </p:nvSpPr>
          <p:spPr>
            <a:xfrm>
              <a:off x="8573368" y="5715173"/>
              <a:ext cx="1037297" cy="4182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Other Module </a:t>
              </a:r>
            </a:p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Program</a:t>
              </a:r>
              <a:r>
                <a:rPr lang="ko-KR" altLang="en-US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Name</a:t>
              </a:r>
            </a:p>
          </p:txBody>
        </p:sp>
        <p:pic>
          <p:nvPicPr>
            <p:cNvPr id="125" name="그림 124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911413" y="5383641"/>
              <a:ext cx="361209" cy="361487"/>
            </a:xfrm>
            <a:prstGeom prst="rect">
              <a:avLst/>
            </a:prstGeom>
          </p:spPr>
        </p:pic>
      </p:grpSp>
      <p:grpSp>
        <p:nvGrpSpPr>
          <p:cNvPr id="126" name="그룹 125"/>
          <p:cNvGrpSpPr/>
          <p:nvPr/>
        </p:nvGrpSpPr>
        <p:grpSpPr>
          <a:xfrm>
            <a:off x="8251757" y="533467"/>
            <a:ext cx="1256320" cy="1304037"/>
            <a:chOff x="6236166" y="6769212"/>
            <a:chExt cx="1089000" cy="1130362"/>
          </a:xfrm>
        </p:grpSpPr>
        <p:sp>
          <p:nvSpPr>
            <p:cNvPr id="127" name="순서도: 연결자 126"/>
            <p:cNvSpPr>
              <a:spLocks noChangeAspect="1"/>
            </p:cNvSpPr>
            <p:nvPr/>
          </p:nvSpPr>
          <p:spPr>
            <a:xfrm>
              <a:off x="6236166" y="6769212"/>
              <a:ext cx="1089000" cy="1130362"/>
            </a:xfrm>
            <a:prstGeom prst="flowChartConnector">
              <a:avLst/>
            </a:prstGeom>
            <a:solidFill>
              <a:schemeClr val="bg1"/>
            </a:solidFill>
            <a:ln w="12700">
              <a:solidFill>
                <a:srgbClr val="59607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117" spc="-58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128" name="TextBox 127"/>
            <p:cNvSpPr txBox="1"/>
            <p:nvPr/>
          </p:nvSpPr>
          <p:spPr>
            <a:xfrm>
              <a:off x="6262017" y="7323705"/>
              <a:ext cx="1037297" cy="4182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Same Module </a:t>
              </a:r>
            </a:p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Program</a:t>
              </a:r>
              <a:r>
                <a:rPr lang="ko-KR" altLang="en-US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Name</a:t>
              </a:r>
            </a:p>
          </p:txBody>
        </p:sp>
        <p:pic>
          <p:nvPicPr>
            <p:cNvPr id="129" name="그림 128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596049" y="6960984"/>
              <a:ext cx="369235" cy="377554"/>
            </a:xfrm>
            <a:prstGeom prst="rect">
              <a:avLst/>
            </a:prstGeom>
          </p:spPr>
        </p:pic>
      </p:grpSp>
      <p:grpSp>
        <p:nvGrpSpPr>
          <p:cNvPr id="130" name="그룹 129"/>
          <p:cNvGrpSpPr/>
          <p:nvPr/>
        </p:nvGrpSpPr>
        <p:grpSpPr>
          <a:xfrm>
            <a:off x="384329" y="2530597"/>
            <a:ext cx="1605675" cy="459751"/>
            <a:chOff x="1312732" y="4491037"/>
            <a:chExt cx="1391827" cy="398520"/>
          </a:xfrm>
        </p:grpSpPr>
        <p:pic>
          <p:nvPicPr>
            <p:cNvPr id="131" name="그림 130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312732" y="4491037"/>
              <a:ext cx="398213" cy="398520"/>
            </a:xfrm>
            <a:prstGeom prst="rect">
              <a:avLst/>
            </a:prstGeom>
          </p:spPr>
        </p:pic>
        <p:sp>
          <p:nvSpPr>
            <p:cNvPr id="132" name="TextBox 131"/>
            <p:cNvSpPr txBox="1"/>
            <p:nvPr/>
          </p:nvSpPr>
          <p:spPr>
            <a:xfrm>
              <a:off x="1710945" y="4565714"/>
              <a:ext cx="993614" cy="249167"/>
            </a:xfrm>
            <a:prstGeom prst="rect">
              <a:avLst/>
            </a:prstGeom>
            <a:noFill/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Program Name</a:t>
              </a:r>
            </a:p>
          </p:txBody>
        </p:sp>
      </p:grpSp>
      <p:grpSp>
        <p:nvGrpSpPr>
          <p:cNvPr id="133" name="그룹 132"/>
          <p:cNvGrpSpPr/>
          <p:nvPr/>
        </p:nvGrpSpPr>
        <p:grpSpPr>
          <a:xfrm>
            <a:off x="5461976" y="2530597"/>
            <a:ext cx="1465893" cy="459751"/>
            <a:chOff x="3112849" y="4491037"/>
            <a:chExt cx="1270661" cy="398520"/>
          </a:xfrm>
        </p:grpSpPr>
        <p:pic>
          <p:nvPicPr>
            <p:cNvPr id="134" name="그림 133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3112849" y="4491037"/>
              <a:ext cx="398213" cy="398520"/>
            </a:xfrm>
            <a:prstGeom prst="rect">
              <a:avLst/>
            </a:prstGeom>
          </p:spPr>
        </p:pic>
        <p:sp>
          <p:nvSpPr>
            <p:cNvPr id="135" name="TextBox 134"/>
            <p:cNvSpPr txBox="1"/>
            <p:nvPr/>
          </p:nvSpPr>
          <p:spPr>
            <a:xfrm>
              <a:off x="3511062" y="4565714"/>
              <a:ext cx="872448" cy="249167"/>
            </a:xfrm>
            <a:prstGeom prst="rect">
              <a:avLst/>
            </a:prstGeom>
            <a:noFill/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Manual Work</a:t>
              </a:r>
              <a:endParaRPr lang="en-US" altLang="ko-KR" sz="1269" spc="-58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136" name="그룹 135"/>
          <p:cNvGrpSpPr/>
          <p:nvPr/>
        </p:nvGrpSpPr>
        <p:grpSpPr>
          <a:xfrm>
            <a:off x="2076879" y="2530597"/>
            <a:ext cx="1605675" cy="459751"/>
            <a:chOff x="4912966" y="4491037"/>
            <a:chExt cx="1391827" cy="398520"/>
          </a:xfrm>
        </p:grpSpPr>
        <p:pic>
          <p:nvPicPr>
            <p:cNvPr id="137" name="그림 136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4912966" y="4491037"/>
              <a:ext cx="398213" cy="398520"/>
            </a:xfrm>
            <a:prstGeom prst="rect">
              <a:avLst/>
            </a:prstGeom>
          </p:spPr>
        </p:pic>
        <p:sp>
          <p:nvSpPr>
            <p:cNvPr id="138" name="TextBox 137"/>
            <p:cNvSpPr txBox="1"/>
            <p:nvPr/>
          </p:nvSpPr>
          <p:spPr>
            <a:xfrm>
              <a:off x="5311179" y="4565714"/>
              <a:ext cx="993614" cy="249167"/>
            </a:xfrm>
            <a:prstGeom prst="rect">
              <a:avLst/>
            </a:prstGeom>
            <a:noFill/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Program Name</a:t>
              </a:r>
            </a:p>
          </p:txBody>
        </p:sp>
      </p:grpSp>
      <p:grpSp>
        <p:nvGrpSpPr>
          <p:cNvPr id="139" name="그룹 138"/>
          <p:cNvGrpSpPr/>
          <p:nvPr/>
        </p:nvGrpSpPr>
        <p:grpSpPr>
          <a:xfrm>
            <a:off x="3769428" y="2530597"/>
            <a:ext cx="1605675" cy="459751"/>
            <a:chOff x="6713083" y="4491037"/>
            <a:chExt cx="1391827" cy="398520"/>
          </a:xfrm>
        </p:grpSpPr>
        <p:pic>
          <p:nvPicPr>
            <p:cNvPr id="140" name="그림 139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6713083" y="4491037"/>
              <a:ext cx="398213" cy="398520"/>
            </a:xfrm>
            <a:prstGeom prst="rect">
              <a:avLst/>
            </a:prstGeom>
          </p:spPr>
        </p:pic>
        <p:sp>
          <p:nvSpPr>
            <p:cNvPr id="141" name="TextBox 140"/>
            <p:cNvSpPr txBox="1"/>
            <p:nvPr/>
          </p:nvSpPr>
          <p:spPr>
            <a:xfrm>
              <a:off x="7111296" y="4565714"/>
              <a:ext cx="993614" cy="249167"/>
            </a:xfrm>
            <a:prstGeom prst="rect">
              <a:avLst/>
            </a:prstGeom>
            <a:noFill/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Program Name</a:t>
              </a:r>
            </a:p>
          </p:txBody>
        </p:sp>
      </p:grpSp>
      <p:grpSp>
        <p:nvGrpSpPr>
          <p:cNvPr id="142" name="그룹 141"/>
          <p:cNvGrpSpPr/>
          <p:nvPr/>
        </p:nvGrpSpPr>
        <p:grpSpPr>
          <a:xfrm>
            <a:off x="6858643" y="2530597"/>
            <a:ext cx="1171471" cy="459751"/>
            <a:chOff x="8513200" y="4491037"/>
            <a:chExt cx="1015451" cy="398520"/>
          </a:xfrm>
        </p:grpSpPr>
        <p:pic>
          <p:nvPicPr>
            <p:cNvPr id="143" name="그림 142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8513200" y="4491037"/>
              <a:ext cx="398213" cy="398520"/>
            </a:xfrm>
            <a:prstGeom prst="rect">
              <a:avLst/>
            </a:prstGeom>
          </p:spPr>
        </p:pic>
        <p:sp>
          <p:nvSpPr>
            <p:cNvPr id="144" name="TextBox 143"/>
            <p:cNvSpPr txBox="1"/>
            <p:nvPr/>
          </p:nvSpPr>
          <p:spPr>
            <a:xfrm>
              <a:off x="8914486" y="4565714"/>
              <a:ext cx="614165" cy="249167"/>
            </a:xfrm>
            <a:prstGeom prst="rect">
              <a:avLst/>
            </a:prstGeom>
            <a:noFill/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Printouts</a:t>
              </a:r>
              <a:endParaRPr lang="en-US" altLang="ko-KR" sz="1269" spc="-58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sp>
        <p:nvSpPr>
          <p:cNvPr id="242" name="직사각형 241"/>
          <p:cNvSpPr/>
          <p:nvPr/>
        </p:nvSpPr>
        <p:spPr>
          <a:xfrm>
            <a:off x="221603" y="82010"/>
            <a:ext cx="9641916" cy="415313"/>
          </a:xfrm>
          <a:prstGeom prst="rect">
            <a:avLst/>
          </a:prstGeom>
          <a:solidFill>
            <a:srgbClr val="3F8D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Type1. Process Items  </a:t>
            </a:r>
            <a:r>
              <a:rPr lang="en-US" altLang="ko-KR" sz="1383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Items used for displaying the main process</a:t>
            </a:r>
            <a:endParaRPr lang="ko-KR" altLang="en-US" sz="1383" spc="-58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3" name="직사각형 242"/>
          <p:cNvSpPr/>
          <p:nvPr/>
        </p:nvSpPr>
        <p:spPr>
          <a:xfrm>
            <a:off x="230000" y="2046076"/>
            <a:ext cx="9641916" cy="415313"/>
          </a:xfrm>
          <a:prstGeom prst="rect">
            <a:avLst/>
          </a:prstGeom>
          <a:solidFill>
            <a:srgbClr val="7EC2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384" b="1" spc="-58">
                <a:solidFill>
                  <a:schemeClr val="bg1"/>
                </a:solidFill>
                <a:latin typeface="+mn-ea"/>
              </a:rPr>
              <a:t>Type2. </a:t>
            </a:r>
            <a:r>
              <a:rPr lang="ko-KR" altLang="en-US" sz="1384" b="1" spc="-58">
                <a:solidFill>
                  <a:schemeClr val="bg1"/>
                </a:solidFill>
                <a:latin typeface="+mn-ea"/>
              </a:rPr>
              <a:t>현황용 아이템 </a:t>
            </a:r>
            <a:r>
              <a:rPr lang="en-US" altLang="ko-KR" sz="1384" spc="-58">
                <a:solidFill>
                  <a:schemeClr val="bg1"/>
                </a:solidFill>
                <a:latin typeface="+mn-ea"/>
              </a:rPr>
              <a:t>– </a:t>
            </a:r>
            <a:r>
              <a:rPr lang="ko-KR" altLang="en-US" sz="1384" spc="-58">
                <a:solidFill>
                  <a:schemeClr val="bg1"/>
                </a:solidFill>
                <a:latin typeface="+mn-ea"/>
              </a:rPr>
              <a:t>프로세스에 포함되지 않는 부가적인 아이템</a:t>
            </a:r>
          </a:p>
        </p:txBody>
      </p:sp>
      <p:sp>
        <p:nvSpPr>
          <p:cNvPr id="244" name="직사각형 243"/>
          <p:cNvSpPr/>
          <p:nvPr/>
        </p:nvSpPr>
        <p:spPr>
          <a:xfrm>
            <a:off x="230001" y="4915507"/>
            <a:ext cx="9641916" cy="41531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Type4. Group Items</a:t>
            </a:r>
            <a:r>
              <a:rPr lang="ko-KR" altLang="en-US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Group a process</a:t>
            </a:r>
            <a:endParaRPr lang="ko-KR" altLang="en-US" sz="1383" b="1" spc="-58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5" name="직사각형 244"/>
          <p:cNvSpPr/>
          <p:nvPr/>
        </p:nvSpPr>
        <p:spPr>
          <a:xfrm>
            <a:off x="230001" y="3641746"/>
            <a:ext cx="9641917" cy="41531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384" b="1" spc="-58">
                <a:solidFill>
                  <a:schemeClr val="bg1"/>
                </a:solidFill>
                <a:latin typeface="+mn-ea"/>
              </a:rPr>
              <a:t>Type3. </a:t>
            </a:r>
            <a:r>
              <a:rPr lang="ko-KR" altLang="en-US" sz="1384" b="1" spc="-58">
                <a:solidFill>
                  <a:schemeClr val="bg1"/>
                </a:solidFill>
                <a:latin typeface="+mn-ea"/>
              </a:rPr>
              <a:t>기타 아이템</a:t>
            </a:r>
          </a:p>
        </p:txBody>
      </p:sp>
      <p:sp>
        <p:nvSpPr>
          <p:cNvPr id="246" name="갈매기형 수장 245"/>
          <p:cNvSpPr/>
          <p:nvPr/>
        </p:nvSpPr>
        <p:spPr>
          <a:xfrm rot="5400000">
            <a:off x="406062" y="5633070"/>
            <a:ext cx="1544963" cy="1453594"/>
          </a:xfrm>
          <a:prstGeom prst="chevron">
            <a:avLst>
              <a:gd name="adj" fmla="val 30271"/>
            </a:avLst>
          </a:prstGeom>
          <a:solidFill>
            <a:srgbClr val="E0D4ED"/>
          </a:solidFill>
          <a:ln w="6350">
            <a:solidFill>
              <a:srgbClr val="E0D4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ko-KR" sz="1268" b="1" spc="-58" dirty="0">
                <a:solidFill>
                  <a:srgbClr val="764FA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  <a:endParaRPr lang="ko-KR" altLang="en-US" sz="1268" b="1" spc="-58" dirty="0">
              <a:solidFill>
                <a:srgbClr val="764F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7" name="모서리가 둥근 직사각형 246"/>
          <p:cNvSpPr/>
          <p:nvPr/>
        </p:nvSpPr>
        <p:spPr>
          <a:xfrm>
            <a:off x="451747" y="7239821"/>
            <a:ext cx="1453594" cy="1121344"/>
          </a:xfrm>
          <a:prstGeom prst="roundRect">
            <a:avLst>
              <a:gd name="adj" fmla="val 0"/>
            </a:avLst>
          </a:prstGeom>
          <a:solidFill>
            <a:srgbClr val="E0D4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68" b="1" spc="-58" dirty="0">
                <a:solidFill>
                  <a:srgbClr val="764FA3"/>
                </a:solidFill>
                <a:latin typeface="+mn-ea"/>
                <a:cs typeface="Meiryo UI" panose="020B0604030504040204" pitchFamily="34" charset="-128"/>
              </a:rPr>
              <a:t>Settings</a:t>
            </a:r>
            <a:endParaRPr lang="ko-KR" altLang="en-US" sz="1268" b="1" spc="-58" dirty="0">
              <a:solidFill>
                <a:srgbClr val="764FA3"/>
              </a:solidFill>
              <a:latin typeface="+mn-ea"/>
              <a:cs typeface="Meiryo UI" panose="020B0604030504040204" pitchFamily="34" charset="-128"/>
            </a:endParaRPr>
          </a:p>
        </p:txBody>
      </p:sp>
      <p:sp>
        <p:nvSpPr>
          <p:cNvPr id="248" name="모서리가 둥근 직사각형 247">
            <a:extLst>
              <a:ext uri="{FF2B5EF4-FFF2-40B4-BE49-F238E27FC236}">
                <a16:creationId xmlns:a16="http://schemas.microsoft.com/office/drawing/2014/main" id="{45EB2BD2-487F-4EBD-9758-D3F95FDE3254}"/>
              </a:ext>
            </a:extLst>
          </p:cNvPr>
          <p:cNvSpPr/>
          <p:nvPr/>
        </p:nvSpPr>
        <p:spPr>
          <a:xfrm>
            <a:off x="3349667" y="5808417"/>
            <a:ext cx="3196726" cy="896314"/>
          </a:xfrm>
          <a:prstGeom prst="roundRect">
            <a:avLst>
              <a:gd name="adj" fmla="val 0"/>
            </a:avLst>
          </a:prstGeom>
          <a:noFill/>
          <a:ln w="12700">
            <a:solidFill>
              <a:srgbClr val="9EC69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25657" latinLnBrk="0"/>
            <a:endParaRPr kumimoji="1" lang="ko-KR" altLang="en-US" sz="1269" spc="-58">
              <a:solidFill>
                <a:prstClr val="white"/>
              </a:solidFill>
              <a:latin typeface="+mn-ea"/>
            </a:endParaRPr>
          </a:p>
        </p:txBody>
      </p:sp>
      <p:sp>
        <p:nvSpPr>
          <p:cNvPr id="249" name="모서리가 둥근 직사각형 248"/>
          <p:cNvSpPr/>
          <p:nvPr/>
        </p:nvSpPr>
        <p:spPr>
          <a:xfrm>
            <a:off x="3942971" y="5583386"/>
            <a:ext cx="2010113" cy="415313"/>
          </a:xfrm>
          <a:prstGeom prst="roundRect">
            <a:avLst>
              <a:gd name="adj" fmla="val 50000"/>
            </a:avLst>
          </a:prstGeom>
          <a:solidFill>
            <a:srgbClr val="C6E7C6"/>
          </a:solidFill>
          <a:ln>
            <a:solidFill>
              <a:srgbClr val="C6E7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83" b="1" spc="-58" dirty="0">
                <a:solidFill>
                  <a:srgbClr val="3F8D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 Group</a:t>
            </a:r>
            <a:endParaRPr lang="ko-KR" altLang="en-US" sz="1383" b="1" spc="-58" dirty="0">
              <a:solidFill>
                <a:srgbClr val="3F8D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0" name="모서리가 둥근 직사각형 249">
            <a:extLst>
              <a:ext uri="{FF2B5EF4-FFF2-40B4-BE49-F238E27FC236}">
                <a16:creationId xmlns:a16="http://schemas.microsoft.com/office/drawing/2014/main" id="{45EB2BD2-487F-4EBD-9758-D3F95FDE3254}"/>
              </a:ext>
            </a:extLst>
          </p:cNvPr>
          <p:cNvSpPr/>
          <p:nvPr/>
        </p:nvSpPr>
        <p:spPr>
          <a:xfrm>
            <a:off x="6625664" y="7253350"/>
            <a:ext cx="2091942" cy="632969"/>
          </a:xfrm>
          <a:prstGeom prst="roundRect">
            <a:avLst>
              <a:gd name="adj" fmla="val 0"/>
            </a:avLst>
          </a:prstGeom>
          <a:solidFill>
            <a:srgbClr val="F1F1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54852" latinLnBrk="0"/>
            <a:endParaRPr kumimoji="1" lang="ko-KR" altLang="en-US" sz="1269" spc="-58">
              <a:solidFill>
                <a:prstClr val="white"/>
              </a:solidFill>
              <a:latin typeface="+mn-ea"/>
            </a:endParaRPr>
          </a:p>
        </p:txBody>
      </p:sp>
      <p:grpSp>
        <p:nvGrpSpPr>
          <p:cNvPr id="251" name="그룹 250"/>
          <p:cNvGrpSpPr/>
          <p:nvPr/>
        </p:nvGrpSpPr>
        <p:grpSpPr>
          <a:xfrm>
            <a:off x="6795332" y="7339959"/>
            <a:ext cx="1810538" cy="459751"/>
            <a:chOff x="1312732" y="4491037"/>
            <a:chExt cx="1569405" cy="398520"/>
          </a:xfrm>
        </p:grpSpPr>
        <p:pic>
          <p:nvPicPr>
            <p:cNvPr id="252" name="그림 251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312732" y="4491037"/>
              <a:ext cx="398213" cy="398520"/>
            </a:xfrm>
            <a:prstGeom prst="rect">
              <a:avLst/>
            </a:prstGeom>
          </p:spPr>
        </p:pic>
        <p:sp>
          <p:nvSpPr>
            <p:cNvPr id="253" name="TextBox 252"/>
            <p:cNvSpPr txBox="1"/>
            <p:nvPr/>
          </p:nvSpPr>
          <p:spPr>
            <a:xfrm>
              <a:off x="1710945" y="4559492"/>
              <a:ext cx="1171192" cy="249167"/>
            </a:xfrm>
            <a:prstGeom prst="rect">
              <a:avLst/>
            </a:prstGeom>
            <a:noFill/>
          </p:spPr>
          <p:txBody>
            <a:bodyPr wrap="none" lIns="41531" rtlCol="0">
              <a:spAutoFit/>
            </a:bodyPr>
            <a:lstStyle/>
            <a:p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Background Color </a:t>
              </a:r>
            </a:p>
          </p:txBody>
        </p:sp>
      </p:grpSp>
      <p:sp>
        <p:nvSpPr>
          <p:cNvPr id="254" name="모서리가 둥근 직사각형 253"/>
          <p:cNvSpPr/>
          <p:nvPr/>
        </p:nvSpPr>
        <p:spPr>
          <a:xfrm>
            <a:off x="6778041" y="5566480"/>
            <a:ext cx="1475904" cy="415313"/>
          </a:xfrm>
          <a:prstGeom prst="roundRect">
            <a:avLst>
              <a:gd name="adj" fmla="val 0"/>
            </a:avLst>
          </a:prstGeom>
          <a:solidFill>
            <a:srgbClr val="C6E7C6"/>
          </a:solidFill>
          <a:ln>
            <a:solidFill>
              <a:srgbClr val="C6E7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83" b="1" spc="-58" dirty="0">
                <a:solidFill>
                  <a:srgbClr val="3F8D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 Area 1</a:t>
            </a:r>
            <a:endParaRPr lang="ko-KR" altLang="en-US" sz="1383" b="1" spc="-58" dirty="0">
              <a:solidFill>
                <a:srgbClr val="3F8D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5" name="모서리가 둥근 직사각형 254"/>
          <p:cNvSpPr/>
          <p:nvPr/>
        </p:nvSpPr>
        <p:spPr>
          <a:xfrm>
            <a:off x="8265470" y="5566480"/>
            <a:ext cx="1475904" cy="415313"/>
          </a:xfrm>
          <a:prstGeom prst="roundRect">
            <a:avLst>
              <a:gd name="adj" fmla="val 0"/>
            </a:avLst>
          </a:prstGeom>
          <a:solidFill>
            <a:srgbClr val="E2F3E2"/>
          </a:solidFill>
          <a:ln>
            <a:solidFill>
              <a:srgbClr val="C6E7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83" b="1" spc="-58" dirty="0">
                <a:solidFill>
                  <a:srgbClr val="3F8D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 Area 2</a:t>
            </a:r>
            <a:endParaRPr lang="ko-KR" altLang="en-US" sz="1383" b="1" spc="-58" dirty="0">
              <a:solidFill>
                <a:srgbClr val="3F8D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6" name="직사각형 255"/>
          <p:cNvSpPr/>
          <p:nvPr/>
        </p:nvSpPr>
        <p:spPr>
          <a:xfrm>
            <a:off x="6778041" y="5992033"/>
            <a:ext cx="1475904" cy="712698"/>
          </a:xfrm>
          <a:prstGeom prst="rect">
            <a:avLst/>
          </a:prstGeom>
          <a:solidFill>
            <a:srgbClr val="3F8D3E">
              <a:alpha val="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93" spc="-58"/>
          </a:p>
        </p:txBody>
      </p:sp>
      <p:sp>
        <p:nvSpPr>
          <p:cNvPr id="257" name="직사각형 256"/>
          <p:cNvSpPr/>
          <p:nvPr/>
        </p:nvSpPr>
        <p:spPr>
          <a:xfrm>
            <a:off x="1909825" y="5583386"/>
            <a:ext cx="1189898" cy="1121344"/>
          </a:xfrm>
          <a:prstGeom prst="rect">
            <a:avLst/>
          </a:prstGeom>
          <a:noFill/>
          <a:ln w="12700">
            <a:solidFill>
              <a:srgbClr val="C8B9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25657" latinLnBrk="0"/>
            <a:endParaRPr kumimoji="1" lang="ko-KR" altLang="en-US" sz="1269" spc="-58">
              <a:solidFill>
                <a:prstClr val="white"/>
              </a:solidFill>
              <a:latin typeface="+mn-ea"/>
            </a:endParaRPr>
          </a:p>
        </p:txBody>
      </p:sp>
      <p:sp>
        <p:nvSpPr>
          <p:cNvPr id="258" name="모서리가 둥근 직사각형 257">
            <a:extLst>
              <a:ext uri="{FF2B5EF4-FFF2-40B4-BE49-F238E27FC236}">
                <a16:creationId xmlns:a16="http://schemas.microsoft.com/office/drawing/2014/main" id="{45EB2BD2-487F-4EBD-9758-D3F95FDE3254}"/>
              </a:ext>
            </a:extLst>
          </p:cNvPr>
          <p:cNvSpPr/>
          <p:nvPr/>
        </p:nvSpPr>
        <p:spPr>
          <a:xfrm>
            <a:off x="451748" y="7239821"/>
            <a:ext cx="2647975" cy="1121344"/>
          </a:xfrm>
          <a:prstGeom prst="roundRect">
            <a:avLst>
              <a:gd name="adj" fmla="val 0"/>
            </a:avLst>
          </a:prstGeom>
          <a:noFill/>
          <a:ln w="12700">
            <a:solidFill>
              <a:srgbClr val="C8B9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25657" latinLnBrk="0"/>
            <a:endParaRPr kumimoji="1" lang="ko-KR" altLang="en-US" sz="1269" spc="-58">
              <a:solidFill>
                <a:prstClr val="white"/>
              </a:solidFill>
              <a:latin typeface="+mn-ea"/>
            </a:endParaRPr>
          </a:p>
        </p:txBody>
      </p:sp>
      <p:sp>
        <p:nvSpPr>
          <p:cNvPr id="259" name="직사각형 258">
            <a:extLst>
              <a:ext uri="{FF2B5EF4-FFF2-40B4-BE49-F238E27FC236}">
                <a16:creationId xmlns:a16="http://schemas.microsoft.com/office/drawing/2014/main" id="{F949DFF8-F529-C64E-85A5-6902A1227E05}"/>
              </a:ext>
            </a:extLst>
          </p:cNvPr>
          <p:cNvSpPr/>
          <p:nvPr/>
        </p:nvSpPr>
        <p:spPr>
          <a:xfrm>
            <a:off x="3361057" y="7239821"/>
            <a:ext cx="1676396" cy="1141554"/>
          </a:xfrm>
          <a:prstGeom prst="rect">
            <a:avLst/>
          </a:prstGeom>
          <a:solidFill>
            <a:srgbClr val="DCE0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54325"/>
            <a:r>
              <a:rPr lang="en-US" altLang="ko-KR" sz="1383" b="1" spc="-58" dirty="0">
                <a:solidFill>
                  <a:srgbClr val="31385B"/>
                </a:solidFill>
                <a:latin typeface="+mn-ea"/>
              </a:rPr>
              <a:t>Status</a:t>
            </a:r>
          </a:p>
        </p:txBody>
      </p:sp>
      <p:sp>
        <p:nvSpPr>
          <p:cNvPr id="260" name="모서리가 둥근 직사각형 259">
            <a:extLst>
              <a:ext uri="{FF2B5EF4-FFF2-40B4-BE49-F238E27FC236}">
                <a16:creationId xmlns:a16="http://schemas.microsoft.com/office/drawing/2014/main" id="{397F379E-B046-BE4F-8524-F0C74059C9DD}"/>
              </a:ext>
            </a:extLst>
          </p:cNvPr>
          <p:cNvSpPr/>
          <p:nvPr/>
        </p:nvSpPr>
        <p:spPr>
          <a:xfrm>
            <a:off x="3361055" y="7239821"/>
            <a:ext cx="3196725" cy="1141554"/>
          </a:xfrm>
          <a:prstGeom prst="roundRect">
            <a:avLst>
              <a:gd name="adj" fmla="val 0"/>
            </a:avLst>
          </a:prstGeom>
          <a:noFill/>
          <a:ln w="12700">
            <a:solidFill>
              <a:srgbClr val="DDE0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25657" latinLnBrk="0"/>
            <a:endParaRPr kumimoji="1" lang="ko-KR" altLang="en-US" sz="1269" spc="-58">
              <a:solidFill>
                <a:prstClr val="white"/>
              </a:solidFill>
              <a:latin typeface="+mn-ea"/>
            </a:endParaRPr>
          </a:p>
        </p:txBody>
      </p:sp>
      <p:grpSp>
        <p:nvGrpSpPr>
          <p:cNvPr id="261" name="그룹 260">
            <a:extLst>
              <a:ext uri="{FF2B5EF4-FFF2-40B4-BE49-F238E27FC236}">
                <a16:creationId xmlns:a16="http://schemas.microsoft.com/office/drawing/2014/main" id="{E2D81541-33F6-FA4B-9CA8-C9B1328A7E36}"/>
              </a:ext>
            </a:extLst>
          </p:cNvPr>
          <p:cNvGrpSpPr/>
          <p:nvPr/>
        </p:nvGrpSpPr>
        <p:grpSpPr>
          <a:xfrm>
            <a:off x="3308073" y="5329457"/>
            <a:ext cx="699038" cy="869874"/>
            <a:chOff x="3604925" y="4700973"/>
            <a:chExt cx="605938" cy="754022"/>
          </a:xfrm>
        </p:grpSpPr>
        <p:cxnSp>
          <p:nvCxnSpPr>
            <p:cNvPr id="262" name="직선 연결선[R] 75">
              <a:extLst>
                <a:ext uri="{FF2B5EF4-FFF2-40B4-BE49-F238E27FC236}">
                  <a16:creationId xmlns:a16="http://schemas.microsoft.com/office/drawing/2014/main" id="{E919C17D-84BA-F94C-B181-1DA9C6B2823D}"/>
                </a:ext>
              </a:extLst>
            </p:cNvPr>
            <p:cNvCxnSpPr/>
            <p:nvPr/>
          </p:nvCxnSpPr>
          <p:spPr>
            <a:xfrm>
              <a:off x="4143011" y="4973432"/>
              <a:ext cx="0" cy="481563"/>
            </a:xfrm>
            <a:prstGeom prst="line">
              <a:avLst/>
            </a:prstGeom>
            <a:ln>
              <a:tailEnd type="non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63" name="직선 연결선[R] 76">
              <a:extLst>
                <a:ext uri="{FF2B5EF4-FFF2-40B4-BE49-F238E27FC236}">
                  <a16:creationId xmlns:a16="http://schemas.microsoft.com/office/drawing/2014/main" id="{46EC4104-CF9F-DA45-8FF7-B687D995DDBD}"/>
                </a:ext>
              </a:extLst>
            </p:cNvPr>
            <p:cNvCxnSpPr/>
            <p:nvPr/>
          </p:nvCxnSpPr>
          <p:spPr>
            <a:xfrm>
              <a:off x="3648258" y="4973432"/>
              <a:ext cx="0" cy="481563"/>
            </a:xfrm>
            <a:prstGeom prst="line">
              <a:avLst/>
            </a:prstGeom>
            <a:ln>
              <a:tailEnd type="non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64" name="직선 연결선[R] 77">
              <a:extLst>
                <a:ext uri="{FF2B5EF4-FFF2-40B4-BE49-F238E27FC236}">
                  <a16:creationId xmlns:a16="http://schemas.microsoft.com/office/drawing/2014/main" id="{7A35E3AF-34A4-9249-9615-DE27E4BFFE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61498" y="5103444"/>
              <a:ext cx="469197" cy="0"/>
            </a:xfrm>
            <a:prstGeom prst="line">
              <a:avLst/>
            </a:prstGeom>
            <a:ln>
              <a:prstDash val="dash"/>
              <a:headEnd type="triangle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265" name="TextBox 264">
              <a:extLst>
                <a:ext uri="{FF2B5EF4-FFF2-40B4-BE49-F238E27FC236}">
                  <a16:creationId xmlns:a16="http://schemas.microsoft.com/office/drawing/2014/main" id="{F619C280-3E6F-7342-A25A-1540F782287A}"/>
                </a:ext>
              </a:extLst>
            </p:cNvPr>
            <p:cNvSpPr txBox="1"/>
            <p:nvPr/>
          </p:nvSpPr>
          <p:spPr>
            <a:xfrm>
              <a:off x="3604925" y="4700973"/>
              <a:ext cx="605938" cy="2337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en-US" sz="1152" spc="-58" dirty="0">
                  <a:solidFill>
                    <a:srgbClr val="DB814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Distance</a:t>
              </a:r>
              <a:endParaRPr kumimoji="1" lang="ko-Kore-KR" altLang="en-US" sz="1152" spc="-58" dirty="0">
                <a:solidFill>
                  <a:srgbClr val="DB8143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66" name="그룹 265">
            <a:extLst>
              <a:ext uri="{FF2B5EF4-FFF2-40B4-BE49-F238E27FC236}">
                <a16:creationId xmlns:a16="http://schemas.microsoft.com/office/drawing/2014/main" id="{E978BA24-EB7F-3846-AD9C-AAE1831AEAD7}"/>
              </a:ext>
            </a:extLst>
          </p:cNvPr>
          <p:cNvGrpSpPr/>
          <p:nvPr/>
        </p:nvGrpSpPr>
        <p:grpSpPr>
          <a:xfrm>
            <a:off x="5918124" y="5321906"/>
            <a:ext cx="699038" cy="869874"/>
            <a:chOff x="3604925" y="4700973"/>
            <a:chExt cx="605938" cy="754022"/>
          </a:xfrm>
        </p:grpSpPr>
        <p:cxnSp>
          <p:nvCxnSpPr>
            <p:cNvPr id="267" name="직선 연결선[R] 81">
              <a:extLst>
                <a:ext uri="{FF2B5EF4-FFF2-40B4-BE49-F238E27FC236}">
                  <a16:creationId xmlns:a16="http://schemas.microsoft.com/office/drawing/2014/main" id="{6BA866D2-ABA6-D349-B437-ACFCF4A58881}"/>
                </a:ext>
              </a:extLst>
            </p:cNvPr>
            <p:cNvCxnSpPr/>
            <p:nvPr/>
          </p:nvCxnSpPr>
          <p:spPr>
            <a:xfrm>
              <a:off x="4143011" y="4973432"/>
              <a:ext cx="0" cy="481563"/>
            </a:xfrm>
            <a:prstGeom prst="line">
              <a:avLst/>
            </a:prstGeom>
            <a:ln>
              <a:tailEnd type="non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68" name="직선 연결선[R] 88">
              <a:extLst>
                <a:ext uri="{FF2B5EF4-FFF2-40B4-BE49-F238E27FC236}">
                  <a16:creationId xmlns:a16="http://schemas.microsoft.com/office/drawing/2014/main" id="{F73FBFC1-3B71-4C47-9A32-EBFF9F1CEAF1}"/>
                </a:ext>
              </a:extLst>
            </p:cNvPr>
            <p:cNvCxnSpPr/>
            <p:nvPr/>
          </p:nvCxnSpPr>
          <p:spPr>
            <a:xfrm>
              <a:off x="3648258" y="4973432"/>
              <a:ext cx="0" cy="481563"/>
            </a:xfrm>
            <a:prstGeom prst="line">
              <a:avLst/>
            </a:prstGeom>
            <a:ln>
              <a:tailEnd type="non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69" name="직선 연결선[R] 89">
              <a:extLst>
                <a:ext uri="{FF2B5EF4-FFF2-40B4-BE49-F238E27FC236}">
                  <a16:creationId xmlns:a16="http://schemas.microsoft.com/office/drawing/2014/main" id="{8D7B32F3-4CA8-3E4C-A5FD-37DCCEA9E0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61498" y="5103444"/>
              <a:ext cx="469197" cy="0"/>
            </a:xfrm>
            <a:prstGeom prst="line">
              <a:avLst/>
            </a:prstGeom>
            <a:ln>
              <a:prstDash val="dash"/>
              <a:headEnd type="triangle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270" name="TextBox 269">
              <a:extLst>
                <a:ext uri="{FF2B5EF4-FFF2-40B4-BE49-F238E27FC236}">
                  <a16:creationId xmlns:a16="http://schemas.microsoft.com/office/drawing/2014/main" id="{1E6D944E-7AE6-D94B-A865-DB48618F8B2F}"/>
                </a:ext>
              </a:extLst>
            </p:cNvPr>
            <p:cNvSpPr txBox="1"/>
            <p:nvPr/>
          </p:nvSpPr>
          <p:spPr>
            <a:xfrm>
              <a:off x="3604925" y="4700973"/>
              <a:ext cx="605938" cy="2337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en-US" sz="1152" spc="-58" dirty="0">
                  <a:solidFill>
                    <a:srgbClr val="DB814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Distance</a:t>
              </a:r>
              <a:endParaRPr kumimoji="1" lang="ko-Kore-KR" altLang="en-US" sz="1152" spc="-58" dirty="0">
                <a:solidFill>
                  <a:srgbClr val="DB8143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71" name="그룹 270"/>
          <p:cNvGrpSpPr/>
          <p:nvPr/>
        </p:nvGrpSpPr>
        <p:grpSpPr>
          <a:xfrm>
            <a:off x="12591327" y="614247"/>
            <a:ext cx="834622" cy="956132"/>
            <a:chOff x="9724871" y="4399912"/>
            <a:chExt cx="723465" cy="828792"/>
          </a:xfrm>
        </p:grpSpPr>
        <p:pic>
          <p:nvPicPr>
            <p:cNvPr id="272" name="그림 271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9724871" y="4399912"/>
              <a:ext cx="722910" cy="594000"/>
            </a:xfrm>
            <a:prstGeom prst="rect">
              <a:avLst/>
            </a:prstGeom>
            <a:ln>
              <a:noFill/>
            </a:ln>
          </p:spPr>
        </p:pic>
        <p:sp>
          <p:nvSpPr>
            <p:cNvPr id="273" name="TextBox 272"/>
            <p:cNvSpPr txBox="1"/>
            <p:nvPr/>
          </p:nvSpPr>
          <p:spPr>
            <a:xfrm>
              <a:off x="9729848" y="4979536"/>
              <a:ext cx="718488" cy="2491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Customer</a:t>
              </a:r>
            </a:p>
          </p:txBody>
        </p:sp>
      </p:grpSp>
      <p:grpSp>
        <p:nvGrpSpPr>
          <p:cNvPr id="274" name="그룹 273"/>
          <p:cNvGrpSpPr/>
          <p:nvPr/>
        </p:nvGrpSpPr>
        <p:grpSpPr>
          <a:xfrm>
            <a:off x="11326581" y="1641530"/>
            <a:ext cx="938462" cy="1151248"/>
            <a:chOff x="10793605" y="4399912"/>
            <a:chExt cx="813475" cy="997922"/>
          </a:xfrm>
        </p:grpSpPr>
        <p:pic>
          <p:nvPicPr>
            <p:cNvPr id="275" name="그림 274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10836121" y="4399912"/>
              <a:ext cx="722910" cy="594000"/>
            </a:xfrm>
            <a:prstGeom prst="rect">
              <a:avLst/>
            </a:prstGeom>
            <a:ln>
              <a:noFill/>
            </a:ln>
          </p:spPr>
        </p:pic>
        <p:sp>
          <p:nvSpPr>
            <p:cNvPr id="276" name="TextBox 275"/>
            <p:cNvSpPr txBox="1"/>
            <p:nvPr/>
          </p:nvSpPr>
          <p:spPr>
            <a:xfrm>
              <a:off x="10793605" y="4979536"/>
              <a:ext cx="813475" cy="4182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Linked</a:t>
              </a:r>
              <a:b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Companies</a:t>
              </a:r>
            </a:p>
          </p:txBody>
        </p:sp>
      </p:grpSp>
      <p:grpSp>
        <p:nvGrpSpPr>
          <p:cNvPr id="277" name="그룹 276"/>
          <p:cNvGrpSpPr/>
          <p:nvPr/>
        </p:nvGrpSpPr>
        <p:grpSpPr>
          <a:xfrm>
            <a:off x="11375630" y="614247"/>
            <a:ext cx="845253" cy="956132"/>
            <a:chOff x="8213571" y="3415662"/>
            <a:chExt cx="732680" cy="828792"/>
          </a:xfrm>
        </p:grpSpPr>
        <p:pic>
          <p:nvPicPr>
            <p:cNvPr id="278" name="그림 277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8213571" y="3415662"/>
              <a:ext cx="732680" cy="594000"/>
            </a:xfrm>
            <a:prstGeom prst="rect">
              <a:avLst/>
            </a:prstGeom>
            <a:ln>
              <a:noFill/>
            </a:ln>
          </p:spPr>
        </p:pic>
        <p:sp>
          <p:nvSpPr>
            <p:cNvPr id="279" name="TextBox 278"/>
            <p:cNvSpPr txBox="1"/>
            <p:nvPr/>
          </p:nvSpPr>
          <p:spPr>
            <a:xfrm>
              <a:off x="8350162" y="3995286"/>
              <a:ext cx="455259" cy="2491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Bank</a:t>
              </a:r>
              <a:endParaRPr lang="en-US" altLang="ko-KR" sz="1269" spc="-58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sp>
        <p:nvSpPr>
          <p:cNvPr id="280" name="직사각형 279"/>
          <p:cNvSpPr/>
          <p:nvPr/>
        </p:nvSpPr>
        <p:spPr>
          <a:xfrm>
            <a:off x="9863520" y="82010"/>
            <a:ext cx="3897717" cy="415313"/>
          </a:xfrm>
          <a:prstGeom prst="rect">
            <a:avLst/>
          </a:prstGeom>
          <a:solidFill>
            <a:srgbClr val="3F8D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Items</a:t>
            </a:r>
            <a:r>
              <a:rPr lang="ko-KR" altLang="en-US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Without a</a:t>
            </a:r>
            <a:r>
              <a:rPr lang="ko-KR" altLang="en-US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Link</a:t>
            </a:r>
            <a:endParaRPr lang="ko-KR" altLang="en-US" sz="1383" spc="-58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81" name="직선 연결선 280"/>
          <p:cNvCxnSpPr>
            <a:cxnSpLocks/>
          </p:cNvCxnSpPr>
          <p:nvPr/>
        </p:nvCxnSpPr>
        <p:spPr>
          <a:xfrm>
            <a:off x="9863781" y="82010"/>
            <a:ext cx="0" cy="8437920"/>
          </a:xfrm>
          <a:prstGeom prst="line">
            <a:avLst/>
          </a:prstGeom>
          <a:noFill/>
          <a:ln w="12700">
            <a:solidFill>
              <a:srgbClr val="A6A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82" name="그룹 281"/>
          <p:cNvGrpSpPr/>
          <p:nvPr/>
        </p:nvGrpSpPr>
        <p:grpSpPr>
          <a:xfrm>
            <a:off x="3766452" y="3143703"/>
            <a:ext cx="1876215" cy="460997"/>
            <a:chOff x="7148455" y="3554933"/>
            <a:chExt cx="1626336" cy="399600"/>
          </a:xfrm>
        </p:grpSpPr>
        <p:pic>
          <p:nvPicPr>
            <p:cNvPr id="283" name="그림 282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7148455" y="3554933"/>
              <a:ext cx="400889" cy="399600"/>
            </a:xfrm>
            <a:prstGeom prst="rect">
              <a:avLst/>
            </a:prstGeom>
          </p:spPr>
        </p:pic>
        <p:sp>
          <p:nvSpPr>
            <p:cNvPr id="284" name="TextBox 283"/>
            <p:cNvSpPr txBox="1"/>
            <p:nvPr/>
          </p:nvSpPr>
          <p:spPr>
            <a:xfrm>
              <a:off x="7549741" y="3629610"/>
              <a:ext cx="1225050" cy="249167"/>
            </a:xfrm>
            <a:prstGeom prst="rect">
              <a:avLst/>
            </a:prstGeom>
            <a:noFill/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Email Transmission</a:t>
              </a:r>
            </a:p>
          </p:txBody>
        </p:sp>
      </p:grpSp>
      <p:grpSp>
        <p:nvGrpSpPr>
          <p:cNvPr id="285" name="그룹 284"/>
          <p:cNvGrpSpPr/>
          <p:nvPr/>
        </p:nvGrpSpPr>
        <p:grpSpPr>
          <a:xfrm>
            <a:off x="12482721" y="1641530"/>
            <a:ext cx="1057598" cy="1151248"/>
            <a:chOff x="10817055" y="2979079"/>
            <a:chExt cx="916744" cy="997922"/>
          </a:xfrm>
        </p:grpSpPr>
        <p:pic>
          <p:nvPicPr>
            <p:cNvPr id="286" name="그림 285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10911206" y="2979079"/>
              <a:ext cx="722911" cy="594000"/>
            </a:xfrm>
            <a:prstGeom prst="rect">
              <a:avLst/>
            </a:prstGeom>
          </p:spPr>
        </p:pic>
        <p:sp>
          <p:nvSpPr>
            <p:cNvPr id="287" name="TextBox 286"/>
            <p:cNvSpPr txBox="1"/>
            <p:nvPr/>
          </p:nvSpPr>
          <p:spPr>
            <a:xfrm>
              <a:off x="10817055" y="3558703"/>
              <a:ext cx="916744" cy="4182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Email</a:t>
              </a:r>
              <a:b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Transmission</a:t>
              </a:r>
              <a:endParaRPr lang="en-US" altLang="ko-KR" sz="1269" spc="-58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sp>
        <p:nvSpPr>
          <p:cNvPr id="288" name="TextBox 287"/>
          <p:cNvSpPr txBox="1"/>
          <p:nvPr/>
        </p:nvSpPr>
        <p:spPr>
          <a:xfrm>
            <a:off x="1071257" y="4160234"/>
            <a:ext cx="3254536" cy="276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0675" indent="-100675">
              <a:lnSpc>
                <a:spcPts val="1614"/>
              </a:lnSpc>
              <a:buFont typeface="Arial" panose="020B0604020202020204" pitchFamily="34" charset="0"/>
              <a:buChar char="•"/>
            </a:pPr>
            <a:r>
              <a:rPr lang="en-US" altLang="ko-KR" sz="1038" spc="-58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it when additional explanation (item list) is needed.</a:t>
            </a:r>
          </a:p>
        </p:txBody>
      </p:sp>
      <p:sp>
        <p:nvSpPr>
          <p:cNvPr id="289" name="TextBox 288"/>
          <p:cNvSpPr txBox="1"/>
          <p:nvPr/>
        </p:nvSpPr>
        <p:spPr>
          <a:xfrm>
            <a:off x="4281892" y="4173983"/>
            <a:ext cx="3969035" cy="2752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00725" indent="-100725">
              <a:lnSpc>
                <a:spcPts val="1615"/>
              </a:lnSpc>
              <a:buFont typeface="Arial" panose="020B0604020202020204" pitchFamily="34" charset="0"/>
              <a:buChar char="•"/>
            </a:pPr>
            <a:r>
              <a:rPr lang="en-US" altLang="ko-KR" sz="1038" spc="-58" dirty="0">
                <a:solidFill>
                  <a:srgbClr val="FF642D"/>
                </a:solidFill>
                <a:latin typeface="+mn-ea"/>
              </a:rPr>
              <a:t>Use it when an additional important explanation (item list) is needed.</a:t>
            </a:r>
          </a:p>
        </p:txBody>
      </p:sp>
      <p:cxnSp>
        <p:nvCxnSpPr>
          <p:cNvPr id="290" name="직선 화살표 연결선 185"/>
          <p:cNvCxnSpPr/>
          <p:nvPr/>
        </p:nvCxnSpPr>
        <p:spPr>
          <a:xfrm>
            <a:off x="321415" y="4648126"/>
            <a:ext cx="591492" cy="0"/>
          </a:xfrm>
          <a:prstGeom prst="straightConnector1">
            <a:avLst/>
          </a:prstGeom>
          <a:ln w="12700">
            <a:solidFill>
              <a:srgbClr val="596075"/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1" name="직선 화살표 연결선 159"/>
          <p:cNvCxnSpPr/>
          <p:nvPr/>
        </p:nvCxnSpPr>
        <p:spPr>
          <a:xfrm>
            <a:off x="321415" y="4304147"/>
            <a:ext cx="591492" cy="5246"/>
          </a:xfrm>
          <a:prstGeom prst="straightConnector1">
            <a:avLst/>
          </a:prstGeom>
          <a:ln w="12700">
            <a:solidFill>
              <a:srgbClr val="596075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2" name="TextBox 291"/>
          <p:cNvSpPr txBox="1"/>
          <p:nvPr/>
        </p:nvSpPr>
        <p:spPr>
          <a:xfrm>
            <a:off x="1071259" y="4485007"/>
            <a:ext cx="2611933" cy="2752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615"/>
              </a:lnSpc>
            </a:pPr>
            <a:r>
              <a:rPr lang="en-US" altLang="ko-KR" sz="1038" spc="-58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Use it when additional explanation is needed.</a:t>
            </a:r>
          </a:p>
        </p:txBody>
      </p:sp>
      <p:sp>
        <p:nvSpPr>
          <p:cNvPr id="293" name="TextBox 292"/>
          <p:cNvSpPr txBox="1"/>
          <p:nvPr/>
        </p:nvSpPr>
        <p:spPr>
          <a:xfrm>
            <a:off x="4281892" y="4498756"/>
            <a:ext cx="3348802" cy="2752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615"/>
              </a:lnSpc>
            </a:pPr>
            <a:r>
              <a:rPr lang="en-US" altLang="ko-KR" sz="1038" spc="-58" dirty="0">
                <a:solidFill>
                  <a:srgbClr val="FF642D"/>
                </a:solidFill>
                <a:latin typeface="+mn-ea"/>
              </a:rPr>
              <a:t>Use it when an additional important explanation is needed.</a:t>
            </a:r>
          </a:p>
        </p:txBody>
      </p:sp>
      <p:sp>
        <p:nvSpPr>
          <p:cNvPr id="294" name="모서리가 접힌 도형 293"/>
          <p:cNvSpPr/>
          <p:nvPr/>
        </p:nvSpPr>
        <p:spPr>
          <a:xfrm>
            <a:off x="8465020" y="4229841"/>
            <a:ext cx="1125382" cy="556198"/>
          </a:xfrm>
          <a:prstGeom prst="foldedCorner">
            <a:avLst>
              <a:gd name="adj" fmla="val 2038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A8999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3063" tIns="124594" rIns="83063" bIns="124594" rtlCol="0" anchor="t"/>
          <a:lstStyle/>
          <a:p>
            <a:r>
              <a:rPr lang="en-US" altLang="ko-KR" sz="1038" spc="-58" dirty="0">
                <a:solidFill>
                  <a:srgbClr val="7F7F7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Memo (Non-Recommendable)</a:t>
            </a:r>
          </a:p>
        </p:txBody>
      </p:sp>
      <p:sp>
        <p:nvSpPr>
          <p:cNvPr id="295" name="직사각형 294"/>
          <p:cNvSpPr/>
          <p:nvPr/>
        </p:nvSpPr>
        <p:spPr>
          <a:xfrm>
            <a:off x="9863520" y="2928622"/>
            <a:ext cx="3897717" cy="415313"/>
          </a:xfrm>
          <a:prstGeom prst="rect">
            <a:avLst/>
          </a:prstGeom>
          <a:solidFill>
            <a:srgbClr val="3F8D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Other Items</a:t>
            </a:r>
            <a:endParaRPr lang="ko-KR" altLang="en-US" sz="1383" spc="-58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96" name="그룹 295"/>
          <p:cNvGrpSpPr/>
          <p:nvPr/>
        </p:nvGrpSpPr>
        <p:grpSpPr>
          <a:xfrm>
            <a:off x="390851" y="3096377"/>
            <a:ext cx="818999" cy="459751"/>
            <a:chOff x="328342" y="3842965"/>
            <a:chExt cx="709922" cy="398520"/>
          </a:xfrm>
        </p:grpSpPr>
        <p:pic>
          <p:nvPicPr>
            <p:cNvPr id="297" name="그림 296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328342" y="3842965"/>
              <a:ext cx="398213" cy="398520"/>
            </a:xfrm>
            <a:prstGeom prst="rect">
              <a:avLst/>
            </a:prstGeom>
          </p:spPr>
        </p:pic>
        <p:sp>
          <p:nvSpPr>
            <p:cNvPr id="298" name="TextBox 297"/>
            <p:cNvSpPr txBox="1"/>
            <p:nvPr/>
          </p:nvSpPr>
          <p:spPr>
            <a:xfrm>
              <a:off x="732292" y="3919072"/>
              <a:ext cx="305972" cy="249334"/>
            </a:xfrm>
            <a:prstGeom prst="rect">
              <a:avLst/>
            </a:prstGeom>
            <a:noFill/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File</a:t>
              </a:r>
            </a:p>
          </p:txBody>
        </p:sp>
      </p:grpSp>
      <p:grpSp>
        <p:nvGrpSpPr>
          <p:cNvPr id="299" name="그룹 298"/>
          <p:cNvGrpSpPr/>
          <p:nvPr/>
        </p:nvGrpSpPr>
        <p:grpSpPr>
          <a:xfrm>
            <a:off x="2100178" y="3110358"/>
            <a:ext cx="852941" cy="459751"/>
            <a:chOff x="1810015" y="3855084"/>
            <a:chExt cx="739344" cy="398520"/>
          </a:xfrm>
        </p:grpSpPr>
        <p:pic>
          <p:nvPicPr>
            <p:cNvPr id="300" name="그림 299"/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1810015" y="3855084"/>
              <a:ext cx="398213" cy="398520"/>
            </a:xfrm>
            <a:prstGeom prst="rect">
              <a:avLst/>
            </a:prstGeom>
          </p:spPr>
        </p:pic>
        <p:sp>
          <p:nvSpPr>
            <p:cNvPr id="301" name="TextBox 300"/>
            <p:cNvSpPr txBox="1"/>
            <p:nvPr/>
          </p:nvSpPr>
          <p:spPr>
            <a:xfrm>
              <a:off x="2199423" y="3919072"/>
              <a:ext cx="349936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URL</a:t>
              </a:r>
            </a:p>
          </p:txBody>
        </p:sp>
      </p:grpSp>
      <p:grpSp>
        <p:nvGrpSpPr>
          <p:cNvPr id="302" name="그룹 301"/>
          <p:cNvGrpSpPr/>
          <p:nvPr/>
        </p:nvGrpSpPr>
        <p:grpSpPr>
          <a:xfrm>
            <a:off x="10120828" y="3546412"/>
            <a:ext cx="829154" cy="947293"/>
            <a:chOff x="8877006" y="4123461"/>
            <a:chExt cx="718725" cy="821130"/>
          </a:xfrm>
        </p:grpSpPr>
        <p:pic>
          <p:nvPicPr>
            <p:cNvPr id="303" name="그림 302"/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8877006" y="4123461"/>
              <a:ext cx="718725" cy="592920"/>
            </a:xfrm>
            <a:prstGeom prst="rect">
              <a:avLst/>
            </a:prstGeom>
          </p:spPr>
        </p:pic>
        <p:sp>
          <p:nvSpPr>
            <p:cNvPr id="304" name="TextBox 303"/>
            <p:cNvSpPr txBox="1"/>
            <p:nvPr/>
          </p:nvSpPr>
          <p:spPr>
            <a:xfrm>
              <a:off x="9067161" y="4695257"/>
              <a:ext cx="349656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File</a:t>
              </a:r>
            </a:p>
          </p:txBody>
        </p:sp>
      </p:grpSp>
      <p:grpSp>
        <p:nvGrpSpPr>
          <p:cNvPr id="305" name="그룹 304"/>
          <p:cNvGrpSpPr/>
          <p:nvPr/>
        </p:nvGrpSpPr>
        <p:grpSpPr>
          <a:xfrm>
            <a:off x="10926682" y="3550697"/>
            <a:ext cx="829154" cy="954314"/>
            <a:chOff x="9933649" y="4127175"/>
            <a:chExt cx="718725" cy="827216"/>
          </a:xfrm>
        </p:grpSpPr>
        <p:pic>
          <p:nvPicPr>
            <p:cNvPr id="306" name="그림 305"/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9933649" y="4127175"/>
              <a:ext cx="718725" cy="592920"/>
            </a:xfrm>
            <a:prstGeom prst="rect">
              <a:avLst/>
            </a:prstGeom>
          </p:spPr>
        </p:pic>
        <p:sp>
          <p:nvSpPr>
            <p:cNvPr id="307" name="TextBox 306"/>
            <p:cNvSpPr txBox="1"/>
            <p:nvPr/>
          </p:nvSpPr>
          <p:spPr>
            <a:xfrm>
              <a:off x="10098968" y="4705057"/>
              <a:ext cx="393621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URL</a:t>
              </a: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77C1BE3E-E21B-4041-8486-17BA1FB7B1D4}"/>
              </a:ext>
            </a:extLst>
          </p:cNvPr>
          <p:cNvGrpSpPr/>
          <p:nvPr/>
        </p:nvGrpSpPr>
        <p:grpSpPr>
          <a:xfrm>
            <a:off x="11753893" y="3550697"/>
            <a:ext cx="1092029" cy="964078"/>
            <a:chOff x="13631019" y="2757718"/>
            <a:chExt cx="946589" cy="835679"/>
          </a:xfrm>
        </p:grpSpPr>
        <p:pic>
          <p:nvPicPr>
            <p:cNvPr id="2" name="그래픽 1">
              <a:extLst>
                <a:ext uri="{FF2B5EF4-FFF2-40B4-BE49-F238E27FC236}">
                  <a16:creationId xmlns:a16="http://schemas.microsoft.com/office/drawing/2014/main" id="{3A722E1E-03AB-42AF-B63E-23ECB3085C1A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13803253" y="2757718"/>
              <a:ext cx="724680" cy="592920"/>
            </a:xfrm>
            <a:prstGeom prst="rect">
              <a:avLst/>
            </a:prstGeom>
          </p:spPr>
        </p:pic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21924A2E-EB32-4D2A-A4DD-9AAF04FB8E20}"/>
                </a:ext>
              </a:extLst>
            </p:cNvPr>
            <p:cNvSpPr txBox="1"/>
            <p:nvPr/>
          </p:nvSpPr>
          <p:spPr>
            <a:xfrm>
              <a:off x="13631019" y="3344230"/>
              <a:ext cx="946589" cy="2491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Mobile Inquiry</a:t>
              </a: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689454F3-E699-45F9-B713-37B967AABA44}"/>
              </a:ext>
            </a:extLst>
          </p:cNvPr>
          <p:cNvGrpSpPr/>
          <p:nvPr/>
        </p:nvGrpSpPr>
        <p:grpSpPr>
          <a:xfrm>
            <a:off x="11003039" y="4741159"/>
            <a:ext cx="999504" cy="1159195"/>
            <a:chOff x="12747001" y="2757718"/>
            <a:chExt cx="866387" cy="1004810"/>
          </a:xfrm>
        </p:grpSpPr>
        <p:pic>
          <p:nvPicPr>
            <p:cNvPr id="5" name="그래픽 4">
              <a:extLst>
                <a:ext uri="{FF2B5EF4-FFF2-40B4-BE49-F238E27FC236}">
                  <a16:creationId xmlns:a16="http://schemas.microsoft.com/office/drawing/2014/main" id="{A6C5CFCB-48BA-458A-B32A-C88D21D7A9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12879134" y="2757718"/>
              <a:ext cx="724680" cy="592920"/>
            </a:xfrm>
            <a:prstGeom prst="rect">
              <a:avLst/>
            </a:prstGeom>
          </p:spPr>
        </p:pic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B71EBF81-A86A-4407-9DA1-CA7B94CC1EA0}"/>
                </a:ext>
              </a:extLst>
            </p:cNvPr>
            <p:cNvSpPr txBox="1"/>
            <p:nvPr/>
          </p:nvSpPr>
          <p:spPr>
            <a:xfrm>
              <a:off x="12747001" y="3344230"/>
              <a:ext cx="866387" cy="4182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Mobile Entry</a:t>
              </a:r>
            </a:p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Only</a:t>
              </a: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DB4B502F-D871-47EA-9FE4-82073C7AC98F}"/>
              </a:ext>
            </a:extLst>
          </p:cNvPr>
          <p:cNvGrpSpPr/>
          <p:nvPr/>
        </p:nvGrpSpPr>
        <p:grpSpPr>
          <a:xfrm>
            <a:off x="12865703" y="3550697"/>
            <a:ext cx="999504" cy="964078"/>
            <a:chOff x="14826501" y="2757718"/>
            <a:chExt cx="866387" cy="835679"/>
          </a:xfrm>
        </p:grpSpPr>
        <p:pic>
          <p:nvPicPr>
            <p:cNvPr id="3" name="그래픽 2">
              <a:extLst>
                <a:ext uri="{FF2B5EF4-FFF2-40B4-BE49-F238E27FC236}">
                  <a16:creationId xmlns:a16="http://schemas.microsoft.com/office/drawing/2014/main" id="{8CE31803-DD72-4303-95D7-581185D1B2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14958635" y="2757718"/>
              <a:ext cx="724680" cy="592920"/>
            </a:xfrm>
            <a:prstGeom prst="rect">
              <a:avLst/>
            </a:prstGeom>
          </p:spPr>
        </p:pic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96D47E38-A0F6-4EC9-B35C-6B22E0BDDCD6}"/>
                </a:ext>
              </a:extLst>
            </p:cNvPr>
            <p:cNvSpPr txBox="1"/>
            <p:nvPr/>
          </p:nvSpPr>
          <p:spPr>
            <a:xfrm>
              <a:off x="14826501" y="3344230"/>
              <a:ext cx="866387" cy="2491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Mobile Entry</a:t>
              </a: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C4741A16-823F-405B-AEC6-741374BAF31A}"/>
              </a:ext>
            </a:extLst>
          </p:cNvPr>
          <p:cNvGrpSpPr/>
          <p:nvPr/>
        </p:nvGrpSpPr>
        <p:grpSpPr>
          <a:xfrm>
            <a:off x="9900662" y="4741159"/>
            <a:ext cx="1092029" cy="1159195"/>
            <a:chOff x="15868128" y="2757718"/>
            <a:chExt cx="946589" cy="1004810"/>
          </a:xfrm>
        </p:grpSpPr>
        <p:pic>
          <p:nvPicPr>
            <p:cNvPr id="4" name="그래픽 3">
              <a:extLst>
                <a:ext uri="{FF2B5EF4-FFF2-40B4-BE49-F238E27FC236}">
                  <a16:creationId xmlns:a16="http://schemas.microsoft.com/office/drawing/2014/main" id="{D37F7533-854A-49DD-B90E-83B44C0CC6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16040363" y="2757718"/>
              <a:ext cx="724680" cy="592920"/>
            </a:xfrm>
            <a:prstGeom prst="rect">
              <a:avLst/>
            </a:prstGeom>
          </p:spPr>
        </p:pic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D21AB586-21A3-4F13-9658-7F374BBCBAFC}"/>
                </a:ext>
              </a:extLst>
            </p:cNvPr>
            <p:cNvSpPr txBox="1"/>
            <p:nvPr/>
          </p:nvSpPr>
          <p:spPr>
            <a:xfrm>
              <a:off x="15868128" y="3344230"/>
              <a:ext cx="946589" cy="4182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Mobile Inquiry</a:t>
              </a:r>
            </a:p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Only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9444397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EWTYPE" val="newtype"/>
</p:tagLst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164</Words>
  <Application>Microsoft Office PowerPoint</Application>
  <PresentationFormat>사용자 지정</PresentationFormat>
  <Paragraphs>54</Paragraphs>
  <Slides>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7" baseType="lpstr">
      <vt:lpstr>맑은 고딕</vt:lpstr>
      <vt:lpstr>Arial</vt:lpstr>
      <vt:lpstr>Calibri</vt:lpstr>
      <vt:lpstr>Calibri Light</vt:lpstr>
      <vt:lpstr>Office 2013 - 2022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2021-11-15T07:03:37Z</dcterms:created>
  <dcterms:modified xsi:type="dcterms:W3CDTF">2025-08-14T07:05:59Z</dcterms:modified>
</cp:coreProperties>
</file>