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5" r:id="rId1"/>
  </p:sldMasterIdLst>
  <p:notesMasterIdLst>
    <p:notesMasterId r:id="rId3"/>
  </p:notesMasterIdLst>
  <p:sldIdLst>
    <p:sldId id="258" r:id="rId2"/>
  </p:sldIdLst>
  <p:sldSz cx="14065250" cy="7912100"/>
  <p:notesSz cx="6858000" cy="9144000"/>
  <p:custDataLst>
    <p:tags r:id="rId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3" autoAdjust="0"/>
    <p:restoredTop sz="93721" autoAdjust="0"/>
  </p:normalViewPr>
  <p:slideViewPr>
    <p:cSldViewPr snapToGrid="0">
      <p:cViewPr varScale="1">
        <p:scale>
          <a:sx n="90" d="100"/>
          <a:sy n="90" d="100"/>
        </p:scale>
        <p:origin x="86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C4206-2C4F-43A5-BCE6-6E7958062E1D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DAFB6-2225-4C47-98AE-5BA24CB322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766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1pPr>
    <a:lvl2pPr marL="505023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2pPr>
    <a:lvl3pPr marL="101004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3pPr>
    <a:lvl4pPr marL="151506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4pPr>
    <a:lvl5pPr marL="202009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5pPr>
    <a:lvl6pPr marL="252511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6pPr>
    <a:lvl7pPr marL="303013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7pPr>
    <a:lvl8pPr marL="353516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8pPr>
    <a:lvl9pPr marL="4040185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8156" y="1294874"/>
            <a:ext cx="10548938" cy="2754583"/>
          </a:xfrm>
        </p:spPr>
        <p:txBody>
          <a:bodyPr anchor="b"/>
          <a:lstStyle>
            <a:lvl1pPr algn="ctr"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8156" y="4155684"/>
            <a:ext cx="10548938" cy="1910259"/>
          </a:xfrm>
        </p:spPr>
        <p:txBody>
          <a:bodyPr/>
          <a:lstStyle>
            <a:lvl1pPr marL="0" indent="0" algn="ctr">
              <a:buNone/>
              <a:defRPr sz="2769"/>
            </a:lvl1pPr>
            <a:lvl2pPr marL="527426" indent="0" algn="ctr">
              <a:buNone/>
              <a:defRPr sz="2307"/>
            </a:lvl2pPr>
            <a:lvl3pPr marL="1054852" indent="0" algn="ctr">
              <a:buNone/>
              <a:defRPr sz="2076"/>
            </a:lvl3pPr>
            <a:lvl4pPr marL="1582278" indent="0" algn="ctr">
              <a:buNone/>
              <a:defRPr sz="1846"/>
            </a:lvl4pPr>
            <a:lvl5pPr marL="2109704" indent="0" algn="ctr">
              <a:buNone/>
              <a:defRPr sz="1846"/>
            </a:lvl5pPr>
            <a:lvl6pPr marL="2637130" indent="0" algn="ctr">
              <a:buNone/>
              <a:defRPr sz="1846"/>
            </a:lvl6pPr>
            <a:lvl7pPr marL="3164556" indent="0" algn="ctr">
              <a:buNone/>
              <a:defRPr sz="1846"/>
            </a:lvl7pPr>
            <a:lvl8pPr marL="3691981" indent="0" algn="ctr">
              <a:buNone/>
              <a:defRPr sz="1846"/>
            </a:lvl8pPr>
            <a:lvl9pPr marL="4219407" indent="0" algn="ctr">
              <a:buNone/>
              <a:defRPr sz="18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8778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2694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9660" y="1972532"/>
            <a:ext cx="12131278" cy="3291213"/>
          </a:xfrm>
        </p:spPr>
        <p:txBody>
          <a:bodyPr anchor="b"/>
          <a:lstStyle>
            <a:lvl1pPr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9660" y="5294881"/>
            <a:ext cx="12131278" cy="1730771"/>
          </a:xfrm>
        </p:spPr>
        <p:txBody>
          <a:bodyPr/>
          <a:lstStyle>
            <a:lvl1pPr marL="0" indent="0">
              <a:buNone/>
              <a:defRPr sz="2769">
                <a:solidFill>
                  <a:schemeClr val="tx1">
                    <a:tint val="75000"/>
                  </a:schemeClr>
                </a:solidFill>
              </a:defRPr>
            </a:lvl1pPr>
            <a:lvl2pPr marL="527426" indent="0">
              <a:buNone/>
              <a:defRPr sz="2307">
                <a:solidFill>
                  <a:schemeClr val="tx1">
                    <a:tint val="75000"/>
                  </a:schemeClr>
                </a:solidFill>
              </a:defRPr>
            </a:lvl2pPr>
            <a:lvl3pPr marL="1054852" indent="0">
              <a:buNone/>
              <a:defRPr sz="2076">
                <a:solidFill>
                  <a:schemeClr val="tx1">
                    <a:tint val="75000"/>
                  </a:schemeClr>
                </a:solidFill>
              </a:defRPr>
            </a:lvl3pPr>
            <a:lvl4pPr marL="1582278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4pPr>
            <a:lvl5pPr marL="2109704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5pPr>
            <a:lvl6pPr marL="2637130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6pPr>
            <a:lvl7pPr marL="3164556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7pPr>
            <a:lvl8pPr marL="3691981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8pPr>
            <a:lvl9pPr marL="4219407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8081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6986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20533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9586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421247"/>
            <a:ext cx="12131278" cy="152930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8819" y="1939564"/>
            <a:ext cx="5950259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8819" y="2890114"/>
            <a:ext cx="5950259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120533" y="1939564"/>
            <a:ext cx="5979563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20533" y="2890114"/>
            <a:ext cx="5979563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261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0722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3724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79563" y="1139197"/>
            <a:ext cx="7120533" cy="5622719"/>
          </a:xfrm>
        </p:spPr>
        <p:txBody>
          <a:bodyPr/>
          <a:lstStyle>
            <a:lvl1pPr>
              <a:defRPr sz="3692"/>
            </a:lvl1pPr>
            <a:lvl2pPr>
              <a:defRPr sz="3230"/>
            </a:lvl2pPr>
            <a:lvl3pPr>
              <a:defRPr sz="2769"/>
            </a:lvl3pPr>
            <a:lvl4pPr>
              <a:defRPr sz="2307"/>
            </a:lvl4pPr>
            <a:lvl5pPr>
              <a:defRPr sz="2307"/>
            </a:lvl5pPr>
            <a:lvl6pPr>
              <a:defRPr sz="2307"/>
            </a:lvl6pPr>
            <a:lvl7pPr>
              <a:defRPr sz="2307"/>
            </a:lvl7pPr>
            <a:lvl8pPr>
              <a:defRPr sz="2307"/>
            </a:lvl8pPr>
            <a:lvl9pPr>
              <a:defRPr sz="230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1862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79563" y="1139197"/>
            <a:ext cx="7120533" cy="5622719"/>
          </a:xfrm>
        </p:spPr>
        <p:txBody>
          <a:bodyPr anchor="t"/>
          <a:lstStyle>
            <a:lvl1pPr marL="0" indent="0">
              <a:buNone/>
              <a:defRPr sz="3692"/>
            </a:lvl1pPr>
            <a:lvl2pPr marL="527426" indent="0">
              <a:buNone/>
              <a:defRPr sz="3230"/>
            </a:lvl2pPr>
            <a:lvl3pPr marL="1054852" indent="0">
              <a:buNone/>
              <a:defRPr sz="2769"/>
            </a:lvl3pPr>
            <a:lvl4pPr marL="1582278" indent="0">
              <a:buNone/>
              <a:defRPr sz="2307"/>
            </a:lvl4pPr>
            <a:lvl5pPr marL="2109704" indent="0">
              <a:buNone/>
              <a:defRPr sz="2307"/>
            </a:lvl5pPr>
            <a:lvl6pPr marL="2637130" indent="0">
              <a:buNone/>
              <a:defRPr sz="2307"/>
            </a:lvl6pPr>
            <a:lvl7pPr marL="3164556" indent="0">
              <a:buNone/>
              <a:defRPr sz="2307"/>
            </a:lvl7pPr>
            <a:lvl8pPr marL="3691981" indent="0">
              <a:buNone/>
              <a:defRPr sz="2307"/>
            </a:lvl8pPr>
            <a:lvl9pPr marL="4219407" indent="0">
              <a:buNone/>
              <a:defRPr sz="230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4437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3273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5444" y="421246"/>
            <a:ext cx="3032820" cy="670513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6986" y="421246"/>
            <a:ext cx="8922643" cy="670513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2364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6986" y="421247"/>
            <a:ext cx="12131278" cy="1529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6986" y="2106230"/>
            <a:ext cx="12131278" cy="5020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6986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59114" y="7333345"/>
            <a:ext cx="4747022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3583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3875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1054852" rtl="0" eaLnBrk="1" latinLnBrk="1" hangingPunct="1">
        <a:lnSpc>
          <a:spcPct val="90000"/>
        </a:lnSpc>
        <a:spcBef>
          <a:spcPct val="0"/>
        </a:spcBef>
        <a:buNone/>
        <a:defRPr sz="50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3713" indent="-263713" algn="l" defTabSz="1054852" rtl="0" eaLnBrk="1" latinLnBrk="1" hangingPunct="1">
        <a:lnSpc>
          <a:spcPct val="90000"/>
        </a:lnSpc>
        <a:spcBef>
          <a:spcPts val="1154"/>
        </a:spcBef>
        <a:buFont typeface="Arial" panose="020B0604020202020204" pitchFamily="34" charset="0"/>
        <a:buChar char="•"/>
        <a:defRPr sz="3230" kern="1200">
          <a:solidFill>
            <a:schemeClr val="tx1"/>
          </a:solidFill>
          <a:latin typeface="+mn-lt"/>
          <a:ea typeface="+mn-ea"/>
          <a:cs typeface="+mn-cs"/>
        </a:defRPr>
      </a:lvl1pPr>
      <a:lvl2pPr marL="791139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769" kern="1200">
          <a:solidFill>
            <a:schemeClr val="tx1"/>
          </a:solidFill>
          <a:latin typeface="+mn-lt"/>
          <a:ea typeface="+mn-ea"/>
          <a:cs typeface="+mn-cs"/>
        </a:defRPr>
      </a:lvl2pPr>
      <a:lvl3pPr marL="1318565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307" kern="1200">
          <a:solidFill>
            <a:schemeClr val="tx1"/>
          </a:solidFill>
          <a:latin typeface="+mn-lt"/>
          <a:ea typeface="+mn-ea"/>
          <a:cs typeface="+mn-cs"/>
        </a:defRPr>
      </a:lvl3pPr>
      <a:lvl4pPr marL="1845991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373417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900843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428268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955694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483120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1pPr>
      <a:lvl2pPr marL="52742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2pPr>
      <a:lvl3pPr marL="1054852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3pPr>
      <a:lvl4pPr marL="1582278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109704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63713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16455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691981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219407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7E5628B-E37B-EF2C-7C20-4B34E38BC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540" y="1441674"/>
            <a:ext cx="10623201" cy="2987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1679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EWTYPE" val="newtype"/>
</p:tagLst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0</Words>
  <Application>Microsoft Office PowerPoint</Application>
  <PresentationFormat>사용자 지정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Calibri Light</vt:lpstr>
      <vt:lpstr>Office 2013 - 2022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2021-11-15T07:03:37Z</dcterms:created>
  <dcterms:modified xsi:type="dcterms:W3CDTF">2025-08-13T01:43:32Z</dcterms:modified>
</cp:coreProperties>
</file>