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25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09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04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34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92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99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46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10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84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71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3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51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405C0C47-7E3A-F875-5032-99898FB89FD7}"/>
              </a:ext>
            </a:extLst>
          </p:cNvPr>
          <p:cNvSpPr/>
          <p:nvPr/>
        </p:nvSpPr>
        <p:spPr>
          <a:xfrm>
            <a:off x="1099839" y="1353391"/>
            <a:ext cx="2262188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Requirement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Analysis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00927D99-06DA-5384-4AC9-AD5FE044687A}"/>
              </a:ext>
            </a:extLst>
          </p:cNvPr>
          <p:cNvSpPr/>
          <p:nvPr/>
        </p:nvSpPr>
        <p:spPr>
          <a:xfrm>
            <a:off x="3312227" y="1353391"/>
            <a:ext cx="1819275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476B6F0F-8794-7321-9C8A-B3DE4C9CCBA9}"/>
              </a:ext>
            </a:extLst>
          </p:cNvPr>
          <p:cNvSpPr/>
          <p:nvPr/>
        </p:nvSpPr>
        <p:spPr>
          <a:xfrm>
            <a:off x="5087842" y="1362725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PJT MNG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8ACC4EF7-400B-6D8E-A899-037B991C2E4C}"/>
              </a:ext>
            </a:extLst>
          </p:cNvPr>
          <p:cNvSpPr/>
          <p:nvPr/>
        </p:nvSpPr>
        <p:spPr>
          <a:xfrm>
            <a:off x="7043642" y="1372059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PJT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Output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A2276CDF-60B9-2CCB-76AB-CBC096C2CC00}"/>
              </a:ext>
            </a:extLst>
          </p:cNvPr>
          <p:cNvSpPr/>
          <p:nvPr/>
        </p:nvSpPr>
        <p:spPr>
          <a:xfrm>
            <a:off x="8999442" y="1362725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PJT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Handover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C86A469-A08E-A3C8-CFF4-06750428AAEA}"/>
              </a:ext>
            </a:extLst>
          </p:cNvPr>
          <p:cNvSpPr/>
          <p:nvPr/>
        </p:nvSpPr>
        <p:spPr>
          <a:xfrm>
            <a:off x="1066685" y="132202"/>
            <a:ext cx="9586625" cy="106863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PJT Progress MNG</a:t>
            </a:r>
            <a:endParaRPr lang="ko-KR" altLang="en-US" dirty="0">
              <a:solidFill>
                <a:schemeClr val="bg1"/>
              </a:solidFill>
            </a:endParaRPr>
          </a:p>
          <a:p>
            <a:pPr algn="ctr"/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6BF98B1-1DC6-5A60-0151-42826B60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40" y="3608898"/>
            <a:ext cx="11812024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341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12</Words>
  <Application>Microsoft Office PowerPoint</Application>
  <PresentationFormat>사용자 지정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2025-08-14T06:34:11Z</dcterms:modified>
</cp:coreProperties>
</file>