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60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94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93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2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8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46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0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8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87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98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58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F4C07D-E146-FD61-DA99-855CB94E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07" y="1596708"/>
            <a:ext cx="10145750" cy="516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406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2025-08-12T06:15:14Z</dcterms:modified>
</cp:coreProperties>
</file>