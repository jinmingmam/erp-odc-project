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57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73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77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66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0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13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44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97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07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85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0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92E4C520-6088-24EA-CC21-781BAEE9E5AC}"/>
              </a:ext>
            </a:extLst>
          </p:cNvPr>
          <p:cNvSpPr/>
          <p:nvPr/>
        </p:nvSpPr>
        <p:spPr>
          <a:xfrm>
            <a:off x="1134637" y="369757"/>
            <a:ext cx="1951074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8FDBB0FE-DB03-5DDE-9696-A59037FF8015}"/>
              </a:ext>
            </a:extLst>
          </p:cNvPr>
          <p:cNvSpPr/>
          <p:nvPr/>
        </p:nvSpPr>
        <p:spPr>
          <a:xfrm>
            <a:off x="3148089" y="349777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EB135DA9-DBB0-6777-9CC1-048BE934DB3B}"/>
              </a:ext>
            </a:extLst>
          </p:cNvPr>
          <p:cNvSpPr/>
          <p:nvPr/>
        </p:nvSpPr>
        <p:spPr>
          <a:xfrm>
            <a:off x="4932254" y="349777"/>
            <a:ext cx="1955800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8D02BDA1-0B6B-1DF2-146C-6C10D1BCD55F}"/>
              </a:ext>
            </a:extLst>
          </p:cNvPr>
          <p:cNvSpPr/>
          <p:nvPr/>
        </p:nvSpPr>
        <p:spPr>
          <a:xfrm>
            <a:off x="6888054" y="343127"/>
            <a:ext cx="1781177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854053E3-75A4-0BEF-A171-4F75EB129B9A}"/>
              </a:ext>
            </a:extLst>
          </p:cNvPr>
          <p:cNvSpPr/>
          <p:nvPr/>
        </p:nvSpPr>
        <p:spPr>
          <a:xfrm>
            <a:off x="8727373" y="369757"/>
            <a:ext cx="19558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14C404-5246-CD04-858C-4A0A8063FDA9}"/>
              </a:ext>
            </a:extLst>
          </p:cNvPr>
          <p:cNvSpPr/>
          <p:nvPr/>
        </p:nvSpPr>
        <p:spPr>
          <a:xfrm>
            <a:off x="11065905" y="2680463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E17493A-C3D4-2176-FAAD-847BF0DB6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445" y="1800915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59A5F3-43FA-D9A1-B954-A231C3934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50" y="1671409"/>
            <a:ext cx="8931666" cy="58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81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사용자 지정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2025-08-12T09:01:02Z</dcterms:modified>
</cp:coreProperties>
</file>