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93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83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19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53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51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79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68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918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80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07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69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36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3A46E4-E589-862D-0039-9707A8C08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75" y="2071470"/>
            <a:ext cx="10577847" cy="18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794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2025-08-12T02:19:53Z</dcterms:modified>
</cp:coreProperties>
</file>