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64" d="100"/>
          <a:sy n="64" d="100"/>
        </p:scale>
        <p:origin x="105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80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68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22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11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96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5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48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51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49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08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7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02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BEED10-53D4-AED2-1104-2A216DE6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17" y="1796769"/>
            <a:ext cx="13625741" cy="5509737"/>
          </a:xfrm>
          <a:prstGeom prst="rect">
            <a:avLst/>
          </a:prstGeom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66D711C6-343B-047D-1B14-687868C91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675" y="126485"/>
            <a:ext cx="6953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08397-CA1D-794A-E3B7-DE2A25367FF4}"/>
              </a:ext>
            </a:extLst>
          </p:cNvPr>
          <p:cNvSpPr txBox="1"/>
          <p:nvPr/>
        </p:nvSpPr>
        <p:spPr>
          <a:xfrm>
            <a:off x="12828675" y="878789"/>
            <a:ext cx="117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Training </a:t>
            </a:r>
          </a:p>
          <a:p>
            <a:r>
              <a:rPr lang="en-US" altLang="ko-KR" dirty="0"/>
              <a:t>Manual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97429-DFE2-C7DF-372F-59FAF5AFEA42}"/>
              </a:ext>
            </a:extLst>
          </p:cNvPr>
          <p:cNvSpPr txBox="1"/>
          <p:nvPr/>
        </p:nvSpPr>
        <p:spPr>
          <a:xfrm>
            <a:off x="230017" y="126485"/>
            <a:ext cx="9981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Important !!!: Check the development rule from manual download Program. 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94D7469-F377-C22E-B393-8A1A63753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5705" y="239255"/>
            <a:ext cx="582555" cy="58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702DB9-CE01-5F6E-E535-5E5BED2B5D60}"/>
              </a:ext>
            </a:extLst>
          </p:cNvPr>
          <p:cNvSpPr txBox="1"/>
          <p:nvPr/>
        </p:nvSpPr>
        <p:spPr>
          <a:xfrm>
            <a:off x="9989676" y="897487"/>
            <a:ext cx="141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Curriculum</a:t>
            </a:r>
          </a:p>
          <a:p>
            <a:r>
              <a:rPr lang="en-US" altLang="ko-KR" dirty="0"/>
              <a:t>    MNG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A89C659-3B60-689D-6A55-798722C97393}"/>
              </a:ext>
            </a:extLst>
          </p:cNvPr>
          <p:cNvGrpSpPr/>
          <p:nvPr/>
        </p:nvGrpSpPr>
        <p:grpSpPr>
          <a:xfrm>
            <a:off x="11313577" y="194770"/>
            <a:ext cx="1221809" cy="1292662"/>
            <a:chOff x="3009489" y="1976997"/>
            <a:chExt cx="1059085" cy="112050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7BA8853-3890-B417-9DD7-BDA5F35E2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4769" y="1976997"/>
              <a:ext cx="728438" cy="59292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BFB6BA-5BE3-B871-8665-9E21A0271D97}"/>
                </a:ext>
              </a:extLst>
            </p:cNvPr>
            <p:cNvSpPr txBox="1"/>
            <p:nvPr/>
          </p:nvSpPr>
          <p:spPr>
            <a:xfrm>
              <a:off x="3009489" y="2537248"/>
              <a:ext cx="1059085" cy="560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Curriculum</a:t>
              </a:r>
            </a:p>
            <a:p>
              <a:r>
                <a:rPr lang="en-US" altLang="ko-KR" dirty="0"/>
                <a:t>       List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841383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2025-09-16T01:21:21Z</dcterms:modified>
</cp:coreProperties>
</file>