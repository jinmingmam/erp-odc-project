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37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856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48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49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75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021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10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968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105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25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011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95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47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26" Type="http://schemas.openxmlformats.org/officeDocument/2006/relationships/image" Target="../media/image25.png"/><Relationship Id="rId3" Type="http://schemas.openxmlformats.org/officeDocument/2006/relationships/image" Target="../media/image2.emf"/><Relationship Id="rId21" Type="http://schemas.openxmlformats.org/officeDocument/2006/relationships/image" Target="../media/image20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5" Type="http://schemas.openxmlformats.org/officeDocument/2006/relationships/image" Target="../media/image24.emf"/><Relationship Id="rId33" Type="http://schemas.openxmlformats.org/officeDocument/2006/relationships/image" Target="../media/image3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emf"/><Relationship Id="rId20" Type="http://schemas.openxmlformats.org/officeDocument/2006/relationships/image" Target="../media/image19.emf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24" Type="http://schemas.openxmlformats.org/officeDocument/2006/relationships/image" Target="../media/image23.emf"/><Relationship Id="rId32" Type="http://schemas.openxmlformats.org/officeDocument/2006/relationships/image" Target="../media/image31.png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23" Type="http://schemas.openxmlformats.org/officeDocument/2006/relationships/image" Target="../media/image22.emf"/><Relationship Id="rId28" Type="http://schemas.openxmlformats.org/officeDocument/2006/relationships/image" Target="../media/image27.png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31" Type="http://schemas.openxmlformats.org/officeDocument/2006/relationships/image" Target="../media/image30.svg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Relationship Id="rId22" Type="http://schemas.openxmlformats.org/officeDocument/2006/relationships/image" Target="../media/image21.emf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8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1C8919-EEC6-37DD-5B40-9F28A6999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38" y="204537"/>
            <a:ext cx="11036309" cy="705477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5620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161</Words>
  <Application>Microsoft Office PowerPoint</Application>
  <PresentationFormat>사용자 지정</PresentationFormat>
  <Paragraphs>53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2025-09-22T05:42:30Z</dcterms:modified>
</cp:coreProperties>
</file>