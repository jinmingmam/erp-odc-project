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369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74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831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3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48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59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27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08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24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268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58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77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png"/><Relationship Id="rId3" Type="http://schemas.openxmlformats.org/officeDocument/2006/relationships/image" Target="../media/image5.emf"/><Relationship Id="rId21" Type="http://schemas.openxmlformats.org/officeDocument/2006/relationships/image" Target="../media/image21.emf"/><Relationship Id="rId7" Type="http://schemas.openxmlformats.org/officeDocument/2006/relationships/image" Target="../media/image8.emf"/><Relationship Id="rId12" Type="http://schemas.openxmlformats.org/officeDocument/2006/relationships/image" Target="../media/image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24" Type="http://schemas.openxmlformats.org/officeDocument/2006/relationships/image" Target="../media/image24.emf"/><Relationship Id="rId32" Type="http://schemas.openxmlformats.org/officeDocument/2006/relationships/image" Target="../media/image32.png"/><Relationship Id="rId5" Type="http://schemas.openxmlformats.org/officeDocument/2006/relationships/image" Target="../media/image6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28" Type="http://schemas.openxmlformats.org/officeDocument/2006/relationships/image" Target="../media/image28.png"/><Relationship Id="rId10" Type="http://schemas.openxmlformats.org/officeDocument/2006/relationships/image" Target="../media/image11.emf"/><Relationship Id="rId19" Type="http://schemas.openxmlformats.org/officeDocument/2006/relationships/image" Target="../media/image19.emf"/><Relationship Id="rId31" Type="http://schemas.openxmlformats.org/officeDocument/2006/relationships/image" Target="../media/image31.svg"/><Relationship Id="rId4" Type="http://schemas.openxmlformats.org/officeDocument/2006/relationships/image" Target="../media/image1.emf"/><Relationship Id="rId9" Type="http://schemas.openxmlformats.org/officeDocument/2006/relationships/image" Target="../media/image10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Relationship Id="rId27" Type="http://schemas.openxmlformats.org/officeDocument/2006/relationships/image" Target="../media/image27.svg"/><Relationship Id="rId30" Type="http://schemas.openxmlformats.org/officeDocument/2006/relationships/image" Target="../media/image30.png"/><Relationship Id="rId8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022D63C-2052-65B2-FD0E-1DAFE2DF4CCF}"/>
              </a:ext>
            </a:extLst>
          </p:cNvPr>
          <p:cNvGrpSpPr/>
          <p:nvPr/>
        </p:nvGrpSpPr>
        <p:grpSpPr>
          <a:xfrm>
            <a:off x="2173930" y="816065"/>
            <a:ext cx="840359" cy="945018"/>
            <a:chOff x="1696805" y="1976997"/>
            <a:chExt cx="728438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69226ED-F75D-A9F0-A7AD-F06A576E9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AB6AB2-F054-68C1-05D8-F07B67264F6E}"/>
                </a:ext>
              </a:extLst>
            </p:cNvPr>
            <p:cNvSpPr txBox="1"/>
            <p:nvPr/>
          </p:nvSpPr>
          <p:spPr>
            <a:xfrm>
              <a:off x="1774674" y="2546821"/>
              <a:ext cx="572702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Format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AD2642-A32D-9EEC-BD8F-BEBC9CA07C8F}"/>
              </a:ext>
            </a:extLst>
          </p:cNvPr>
          <p:cNvGrpSpPr/>
          <p:nvPr/>
        </p:nvGrpSpPr>
        <p:grpSpPr>
          <a:xfrm>
            <a:off x="3709178" y="816065"/>
            <a:ext cx="1313629" cy="945018"/>
            <a:chOff x="1491691" y="1976997"/>
            <a:chExt cx="1138678" cy="8191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9485E41-AC24-F48E-7C73-CFF3E2C94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CE4919-03FD-9757-2E18-7900540B710B}"/>
                </a:ext>
              </a:extLst>
            </p:cNvPr>
            <p:cNvSpPr txBox="1"/>
            <p:nvPr/>
          </p:nvSpPr>
          <p:spPr>
            <a:xfrm>
              <a:off x="1491691" y="2546821"/>
              <a:ext cx="113867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PJT Output Entry</a:t>
              </a:r>
            </a:p>
          </p:txBody>
        </p:sp>
      </p:grpSp>
      <p:cxnSp>
        <p:nvCxnSpPr>
          <p:cNvPr id="8" name="직선 화살표 연결선 159">
            <a:extLst>
              <a:ext uri="{FF2B5EF4-FFF2-40B4-BE49-F238E27FC236}">
                <a16:creationId xmlns:a16="http://schemas.microsoft.com/office/drawing/2014/main" id="{F648C61B-B94F-8ED5-FEA3-C3AF463D0949}"/>
              </a:ext>
            </a:extLst>
          </p:cNvPr>
          <p:cNvCxnSpPr>
            <a:cxnSpLocks/>
          </p:cNvCxnSpPr>
          <p:nvPr/>
        </p:nvCxnSpPr>
        <p:spPr>
          <a:xfrm flipV="1">
            <a:off x="3088533" y="1134157"/>
            <a:ext cx="853936" cy="2727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14C6678-7234-9EDF-0FDA-BBCC4945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753" y="3301778"/>
            <a:ext cx="459397" cy="459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F65391-14E3-4676-4F82-D93E559F04FA}"/>
              </a:ext>
            </a:extLst>
          </p:cNvPr>
          <p:cNvSpPr txBox="1"/>
          <p:nvPr/>
        </p:nvSpPr>
        <p:spPr>
          <a:xfrm>
            <a:off x="2441150" y="3387929"/>
            <a:ext cx="1076900" cy="287451"/>
          </a:xfrm>
          <a:prstGeom prst="rect">
            <a:avLst/>
          </a:prstGeom>
          <a:noFill/>
        </p:spPr>
        <p:txBody>
          <a:bodyPr wrap="none" lIns="41531" rtlCol="0" anchor="ctr">
            <a:spAutoFit/>
          </a:bodyPr>
          <a:lstStyle/>
          <a:p>
            <a:r>
              <a: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 Inquiry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97A7DE8-CBF4-B2E2-FC01-F81A0592F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114" y="3301778"/>
            <a:ext cx="459397" cy="459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CA6B73-A779-2A9F-D52C-E735E4D4B2C9}"/>
              </a:ext>
            </a:extLst>
          </p:cNvPr>
          <p:cNvSpPr txBox="1"/>
          <p:nvPr/>
        </p:nvSpPr>
        <p:spPr>
          <a:xfrm>
            <a:off x="4622511" y="3387929"/>
            <a:ext cx="1350372" cy="287451"/>
          </a:xfrm>
          <a:prstGeom prst="rect">
            <a:avLst/>
          </a:prstGeom>
          <a:noFill/>
        </p:spPr>
        <p:txBody>
          <a:bodyPr wrap="none" lIns="41531" rtlCol="0" anchor="ctr">
            <a:spAutoFit/>
          </a:bodyPr>
          <a:lstStyle/>
          <a:p>
            <a:r>
              <a:rPr lang="en-US" altLang="ko-KR" sz="1268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PJT Output Inquiry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D4B6D7-69C3-C79E-F229-1753522C1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367" y="883731"/>
            <a:ext cx="2301439" cy="548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C8F4B6-549C-FEFB-BDB3-2562F2AF0962}"/>
              </a:ext>
            </a:extLst>
          </p:cNvPr>
          <p:cNvSpPr txBox="1"/>
          <p:nvPr/>
        </p:nvSpPr>
        <p:spPr>
          <a:xfrm>
            <a:off x="8128367" y="2742114"/>
            <a:ext cx="3166764" cy="87357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1.Pgm Info excel (</a:t>
            </a:r>
            <a:r>
              <a:rPr lang="en-US" altLang="ko-KR" sz="1269" spc="-58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pgm</a:t>
            </a:r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name ,service , </a:t>
            </a:r>
            <a:r>
              <a:rPr lang="en-US" altLang="ko-KR" sz="1269" spc="-58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sp</a:t>
            </a:r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….)</a:t>
            </a:r>
          </a:p>
          <a:p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Inspection certificate by customer</a:t>
            </a:r>
          </a:p>
          <a:p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3.As is -&gt; to be define</a:t>
            </a:r>
          </a:p>
          <a:p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4.Menul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8ADCC8-24A1-3091-F1CC-9BC2B4BDA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359599" y="305205"/>
            <a:ext cx="1485566" cy="148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9">
            <a:extLst>
              <a:ext uri="{FF2B5EF4-FFF2-40B4-BE49-F238E27FC236}">
                <a16:creationId xmlns:a16="http://schemas.microsoft.com/office/drawing/2014/main" id="{6294789F-046F-0905-CCA0-047A81065602}"/>
              </a:ext>
            </a:extLst>
          </p:cNvPr>
          <p:cNvCxnSpPr>
            <a:cxnSpLocks/>
          </p:cNvCxnSpPr>
          <p:nvPr/>
        </p:nvCxnSpPr>
        <p:spPr>
          <a:xfrm flipV="1">
            <a:off x="10429806" y="1250463"/>
            <a:ext cx="853936" cy="2727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7AE0E8-95D8-AA7C-8D44-2AB8B9FC4259}"/>
              </a:ext>
            </a:extLst>
          </p:cNvPr>
          <p:cNvSpPr txBox="1"/>
          <p:nvPr/>
        </p:nvSpPr>
        <p:spPr>
          <a:xfrm>
            <a:off x="11718142" y="1934867"/>
            <a:ext cx="768480" cy="28764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AS Team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B5278-FF63-CAB9-58F7-86EB113F3B4C}"/>
              </a:ext>
            </a:extLst>
          </p:cNvPr>
          <p:cNvSpPr txBox="1"/>
          <p:nvPr/>
        </p:nvSpPr>
        <p:spPr>
          <a:xfrm>
            <a:off x="10505663" y="846514"/>
            <a:ext cx="570670" cy="28764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Apply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659144-8B9C-C754-8055-F636FD230B98}"/>
              </a:ext>
            </a:extLst>
          </p:cNvPr>
          <p:cNvSpPr txBox="1"/>
          <p:nvPr/>
        </p:nvSpPr>
        <p:spPr>
          <a:xfrm>
            <a:off x="8617004" y="1748135"/>
            <a:ext cx="1348190" cy="6782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Register HQ ERP </a:t>
            </a:r>
          </a:p>
          <a:p>
            <a:pPr algn="ctr"/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Upload file by </a:t>
            </a:r>
          </a:p>
          <a:p>
            <a:pPr algn="ctr"/>
            <a:r>
              <a: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HQ ODC</a:t>
            </a:r>
          </a:p>
        </p:txBody>
      </p:sp>
    </p:spTree>
    <p:extLst>
      <p:ext uri="{BB962C8B-B14F-4D97-AF65-F5344CB8AC3E}">
        <p14:creationId xmlns:p14="http://schemas.microsoft.com/office/powerpoint/2010/main" val="46899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211</Words>
  <Application>Microsoft Office PowerPoint</Application>
  <PresentationFormat>사용자 지정</PresentationFormat>
  <Paragraphs>66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2025-10-10T07:08:02Z</dcterms:modified>
</cp:coreProperties>
</file>