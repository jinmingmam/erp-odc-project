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9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2A4AB-54B0-A7FC-D6BD-1E7E7AF0E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46E612-AE91-C3CA-6975-6FA88E79F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CDA993-39D7-E5D7-1220-F3D8856A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90612-20E0-0717-2E53-7730EF93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259E17-5A3A-3574-B0EB-BEDA0D0A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44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0642-43FB-2A2A-F0D0-3C66A8A2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FD4BB-C3EC-4161-D0E7-3E8774725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FB893-7DAD-2608-1334-393DFF8E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495D58-BF95-5584-398A-4D01EC867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A82ED7-6284-AB23-B127-DC8F468D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68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7E208-149A-26C6-83BA-0E049F65C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416F41-B4A4-978D-F8CB-E923162AC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0A47F-6C41-9AB1-06F7-019024FB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4108E3-4625-8BDB-B88A-10A92FD3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33C9AD-39D5-EA4D-0253-2C9DE3C9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215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67088-B93B-C4E8-AF62-86A072DD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267A4B-FA06-AE7F-1D72-BE4C6D294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7B3BB7-E877-5149-E35F-73121EA1A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5A89CE-88C2-2332-8BC3-73DA2A815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CA574F-A910-AFBC-D415-1C446E33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630747-F921-8360-D7F1-E5F4C814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413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0F561-A65C-46AF-04B9-424A9DE3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201261-0710-8957-C107-E1B33A186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25CDDF-24BC-15D4-0C38-F5D133583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8AF083-27A5-7A1C-8697-E8B349855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0A5207-47F7-F380-2C19-A9704948E6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39D1ED-3C2F-332D-7329-1B180B0B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7B3E9F0-2809-6F79-12A8-113922CF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AC44A22-E52F-6BB9-AB4C-08A29DCC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95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618B2-16B3-6E8A-940D-94C01EA2A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0F206E-1F08-99DD-FEBA-7FC940ED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2DAAED-46DA-0DD4-0E70-DAF47B009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BE5B8D-1CD1-542D-1C45-022FC65F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38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09DEFE-3C66-B14D-11DB-97F7F084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2E31AF-16DA-2828-04F9-3B231E75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10F13C-9C3C-9CA6-D850-0755EC14B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35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775D5-4315-1DD6-7748-5A7EA68C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6304A-05B7-6C49-869C-F14A8520C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FEA70B-DDCB-C355-A7F7-7E8E5F45D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7831BB-D263-0845-F1DD-D3E1CB2D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42CC0F-888D-DDD7-EB6E-94C486C7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7BA828-5A57-9FBC-8C40-19D71375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545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49BDE-41F0-8D07-5C8F-7D181696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0D7B2B-C963-5649-99B9-364449B9E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BE5FE4-D88B-2656-0AA8-CF824C80F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EBF207-258F-3B18-4DC2-FFA12C9A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7A58C1-EB8B-886B-46E6-0C397A2C1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E86B93-B00B-A9D1-24F6-136D87CA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89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C95A94-1DFB-C94B-E152-0636F85B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BEC75A-1D29-CA37-9CB5-753A824EF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BB2CB-7004-DEB1-13CC-DA0DD373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638719-E5D6-B579-068E-97A5F764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2530EE-E05C-73FD-9F73-F39387A1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416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122E5E-B0E7-BF8F-FE16-53214ACF2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8D3962-4A47-79F6-6A47-263D42375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24849-1325-3046-056A-5580178B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D04CB2-826F-36F9-407F-FA1F6095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CD1898-C446-3292-3339-545CDF07B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136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9F3894-5AA1-BF20-63D9-65BC225C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8119C8-82D4-3258-F03C-A3908EA72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2657AA-C6BF-2426-2904-596A732B8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6E804-0440-4224-AA2D-84BA7CB559B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5AF2D2-332D-482A-A2CE-377901677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BD07AB-88E5-D4A6-B973-CD1BF4FAB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4DDB6-B497-48BE-8EDC-C9A3E58377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19596F2-7D0C-7507-D4B6-41DA2D282C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영업팀 </a:t>
            </a:r>
            <a:r>
              <a:rPr lang="en-US" altLang="ko-KR" dirty="0"/>
              <a:t>ERP </a:t>
            </a:r>
            <a:r>
              <a:rPr lang="ko-KR" altLang="en-US" dirty="0"/>
              <a:t>기능추가 요청</a:t>
            </a:r>
          </a:p>
        </p:txBody>
      </p:sp>
    </p:spTree>
    <p:extLst>
      <p:ext uri="{BB962C8B-B14F-4D97-AF65-F5344CB8AC3E}">
        <p14:creationId xmlns:p14="http://schemas.microsoft.com/office/powerpoint/2010/main" val="2183932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EB413-C672-57D0-C50A-5326598C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89D712-27D0-8EF1-6625-D81D6E9FB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368459"/>
            <a:ext cx="9769475" cy="50746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7E7187-F9CE-B6BE-940D-B45655ACAF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236"/>
          <a:stretch/>
        </p:blipFill>
        <p:spPr>
          <a:xfrm>
            <a:off x="431165" y="4498931"/>
            <a:ext cx="4193723" cy="2122848"/>
          </a:xfrm>
          <a:prstGeom prst="rect">
            <a:avLst/>
          </a:prstGeom>
          <a:ln w="38100">
            <a:solidFill>
              <a:schemeClr val="accent4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7996A79-2240-57BC-4691-698792B3E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00" y="4498931"/>
            <a:ext cx="2614576" cy="2169370"/>
          </a:xfrm>
          <a:prstGeom prst="rect">
            <a:avLst/>
          </a:prstGeom>
          <a:ln w="38100">
            <a:solidFill>
              <a:schemeClr val="accent4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642D51-0C53-725E-C62C-CFB65686A60D}"/>
              </a:ext>
            </a:extLst>
          </p:cNvPr>
          <p:cNvSpPr txBox="1"/>
          <p:nvPr/>
        </p:nvSpPr>
        <p:spPr>
          <a:xfrm>
            <a:off x="1686753" y="5406466"/>
            <a:ext cx="1356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영업활동 내역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4041FA-D84D-43A4-377E-EC30480895D4}"/>
              </a:ext>
            </a:extLst>
          </p:cNvPr>
          <p:cNvSpPr txBox="1"/>
          <p:nvPr/>
        </p:nvSpPr>
        <p:spPr>
          <a:xfrm>
            <a:off x="314325" y="414909"/>
            <a:ext cx="1108011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영업기회등록 내 영업활동 조회 기능 추가</a:t>
            </a:r>
            <a:endParaRPr lang="en-US" altLang="ko-KR" b="1" dirty="0"/>
          </a:p>
          <a:p>
            <a:r>
              <a:rPr lang="en-US" altLang="ko-KR" sz="1400" dirty="0"/>
              <a:t>   1)</a:t>
            </a:r>
            <a:r>
              <a:rPr lang="ko-KR" altLang="en-US" sz="1400" dirty="0"/>
              <a:t>영업 기회 더블클릭 시 아래 부분에 해당 영업기회의 영업활동내역 조회</a:t>
            </a:r>
            <a:endParaRPr lang="en-US" altLang="ko-KR" sz="1400" dirty="0"/>
          </a:p>
          <a:p>
            <a:r>
              <a:rPr lang="en-US" altLang="ko-KR" sz="1400" dirty="0"/>
              <a:t>   2)</a:t>
            </a:r>
            <a:r>
              <a:rPr lang="ko-KR" altLang="en-US" sz="1400" dirty="0"/>
              <a:t>영업활동 더블 클릭 시  우측에 상세내용 확인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A31298-0235-B42C-6B91-7C732DC4DB71}"/>
              </a:ext>
            </a:extLst>
          </p:cNvPr>
          <p:cNvSpPr txBox="1"/>
          <p:nvPr/>
        </p:nvSpPr>
        <p:spPr>
          <a:xfrm>
            <a:off x="6136640" y="5429727"/>
            <a:ext cx="1701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상세내용</a:t>
            </a:r>
          </a:p>
        </p:txBody>
      </p:sp>
    </p:spTree>
    <p:extLst>
      <p:ext uri="{BB962C8B-B14F-4D97-AF65-F5344CB8AC3E}">
        <p14:creationId xmlns:p14="http://schemas.microsoft.com/office/powerpoint/2010/main" val="1385867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EFACA-2262-E602-E901-2FC50236F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0C2F21A-E631-0AEF-681C-2624DB30BF07}"/>
              </a:ext>
            </a:extLst>
          </p:cNvPr>
          <p:cNvSpPr txBox="1"/>
          <p:nvPr/>
        </p:nvSpPr>
        <p:spPr>
          <a:xfrm>
            <a:off x="314325" y="414909"/>
            <a:ext cx="11080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영업 기회</a:t>
            </a:r>
            <a:r>
              <a:rPr lang="en-US" altLang="ko-KR" b="1" dirty="0"/>
              <a:t>/</a:t>
            </a:r>
            <a:r>
              <a:rPr lang="ko-KR" altLang="en-US" b="1" dirty="0"/>
              <a:t>활동 내 </a:t>
            </a:r>
            <a:r>
              <a:rPr lang="en-US" altLang="ko-KR" b="1" dirty="0"/>
              <a:t>‘</a:t>
            </a:r>
            <a:r>
              <a:rPr lang="ko-KR" altLang="en-US" b="1" dirty="0"/>
              <a:t>고객</a:t>
            </a:r>
            <a:r>
              <a:rPr lang="en-US" altLang="ko-KR" b="1" dirty="0"/>
              <a:t>’ </a:t>
            </a:r>
            <a:r>
              <a:rPr lang="ko-KR" altLang="en-US" b="1" dirty="0"/>
              <a:t>연동 </a:t>
            </a:r>
            <a:endParaRPr lang="en-US" altLang="ko-KR" b="1" dirty="0"/>
          </a:p>
          <a:p>
            <a:r>
              <a:rPr lang="en-US" altLang="ko-KR" sz="1400" dirty="0"/>
              <a:t>   - </a:t>
            </a:r>
            <a:r>
              <a:rPr lang="ko-KR" altLang="en-US" sz="1400" dirty="0"/>
              <a:t>고객사 등록 내 기재된 고객과 연동 하여 작성 필요 </a:t>
            </a:r>
            <a:r>
              <a:rPr lang="en-US" altLang="ko-KR" sz="1400" dirty="0"/>
              <a:t>(</a:t>
            </a:r>
            <a:r>
              <a:rPr lang="ko-KR" altLang="en-US" sz="1400" dirty="0"/>
              <a:t>현재 텍스트로 </a:t>
            </a:r>
            <a:r>
              <a:rPr lang="ko-KR" altLang="en-US" sz="1400" dirty="0" err="1"/>
              <a:t>관리중</a:t>
            </a:r>
            <a:r>
              <a:rPr lang="en-US" altLang="ko-KR" sz="1400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88E6FC-CBB2-6C8D-C2B4-F0C3D1DF4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450" y="4869519"/>
            <a:ext cx="6210300" cy="15197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F49861-6B7E-7F2A-E50F-DD460643E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0" y="2889813"/>
            <a:ext cx="6134100" cy="172144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F21DCEF-1623-AE21-70DE-A91A43429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" y="1741453"/>
            <a:ext cx="4577821" cy="297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9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65</Words>
  <Application>Microsoft Office PowerPoint</Application>
  <PresentationFormat>와이드스크린</PresentationFormat>
  <Paragraphs>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영업팀 ERP 기능추가 요청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희원</dc:creator>
  <cp:lastModifiedBy>김 원희</cp:lastModifiedBy>
  <cp:revision>2</cp:revision>
  <dcterms:created xsi:type="dcterms:W3CDTF">2025-04-24T00:13:51Z</dcterms:created>
  <dcterms:modified xsi:type="dcterms:W3CDTF">2025-07-23T04:15:37Z</dcterms:modified>
</cp:coreProperties>
</file>